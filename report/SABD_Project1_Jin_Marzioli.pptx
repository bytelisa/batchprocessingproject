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5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9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0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3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4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25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26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30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31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2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33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34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sldIdLst>
    <p:sldId id="256" r:id="rId5"/>
    <p:sldId id="257" r:id="rId6"/>
    <p:sldId id="285" r:id="rId7"/>
    <p:sldId id="291" r:id="rId8"/>
    <p:sldId id="258" r:id="rId9"/>
    <p:sldId id="284" r:id="rId10"/>
    <p:sldId id="283" r:id="rId11"/>
    <p:sldId id="282" r:id="rId12"/>
    <p:sldId id="269" r:id="rId13"/>
    <p:sldId id="274" r:id="rId14"/>
    <p:sldId id="273" r:id="rId15"/>
    <p:sldId id="286" r:id="rId16"/>
    <p:sldId id="279" r:id="rId17"/>
    <p:sldId id="293" r:id="rId18"/>
    <p:sldId id="294" r:id="rId19"/>
    <p:sldId id="295" r:id="rId20"/>
    <p:sldId id="278" r:id="rId21"/>
    <p:sldId id="289" r:id="rId22"/>
    <p:sldId id="290" r:id="rId23"/>
    <p:sldId id="292" r:id="rId24"/>
    <p:sldId id="287" r:id="rId25"/>
    <p:sldId id="298" r:id="rId26"/>
    <p:sldId id="297" r:id="rId27"/>
    <p:sldId id="299" r:id="rId28"/>
    <p:sldId id="300" r:id="rId29"/>
    <p:sldId id="305" r:id="rId30"/>
    <p:sldId id="296" r:id="rId31"/>
    <p:sldId id="264" r:id="rId32"/>
    <p:sldId id="265" r:id="rId33"/>
    <p:sldId id="266" r:id="rId34"/>
    <p:sldId id="308" r:id="rId35"/>
    <p:sldId id="309" r:id="rId36"/>
    <p:sldId id="311" r:id="rId37"/>
    <p:sldId id="313" r:id="rId38"/>
    <p:sldId id="315" r:id="rId39"/>
    <p:sldId id="316" r:id="rId40"/>
    <p:sldId id="268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70AD47"/>
    <a:srgbClr val="184C1E"/>
    <a:srgbClr val="147F39"/>
    <a:srgbClr val="F2F4F8"/>
    <a:srgbClr val="000000"/>
    <a:srgbClr val="ACD292"/>
    <a:srgbClr val="FF82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248B8-5F3B-4615-8BDA-55365B7A707B}" v="8704" dt="2026-06-14T22:21:26.666"/>
    <p1510:client id="{6380389F-0B02-4918-834F-F4C2E7D02D75}" v="3671" dt="2026-06-14T16:03:48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100" b="0" i="0" u="none" strike="noStrike">
                <a:solidFill>
                  <a:srgbClr val="000000"/>
                </a:solidFill>
                <a:latin typeface="Arial"/>
              </a:rPr>
              <a:t>End-to-End Time (s)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DataFrame</c:v>
                </c:pt>
              </c:strCache>
            </c:strRef>
          </c:tx>
          <c:spPr>
            <a:solidFill>
              <a:srgbClr val="007D34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~</a:t>
                    </a:r>
                    <a:fld id="{F23632A7-52BE-444C-AB84-A34FACEDDF51}" type="VALUE">
                      <a:rPr lang="en-US" smtClean="0"/>
                      <a:pPr/>
                      <a:t>[VALORE]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1C9E-451F-BF0E-616913EFCC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~</a:t>
                    </a:r>
                    <a:fld id="{3FF58DA3-777E-4B65-B176-BBB7E53B300F}" type="VALUE">
                      <a:rPr lang="en-US" smtClean="0"/>
                      <a:pPr/>
                      <a:t>[VALORE]</a:t>
                    </a:fld>
                    <a:r>
                      <a:rPr lang="en-US"/>
                      <a:t>.5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C9E-451F-BF0E-616913EFCC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~</a:t>
                    </a:r>
                    <a:fld id="{9A7F14C9-E54F-4010-8FA3-CC8C922516F4}" type="VALUE">
                      <a:rPr lang="en-US" smtClean="0"/>
                      <a:pPr/>
                      <a:t>[VALORE]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1C9E-451F-BF0E-616913EFCCF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2.91</c:v>
                </c:pt>
                <c:pt idx="1">
                  <c:v>3.38</c:v>
                </c:pt>
                <c:pt idx="2">
                  <c:v>18.78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0-4064-8431-4DA9EE01A0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RDD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~</a:t>
                    </a:r>
                    <a:fld id="{8D7C7948-3099-4938-BE26-BE082FC7D54C}" type="VALUE">
                      <a:rPr lang="en-US" smtClean="0"/>
                      <a:pPr/>
                      <a:t>[VALORE]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C9E-451F-BF0E-616913EFCC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~</a:t>
                    </a:r>
                    <a:fld id="{FD33D7DD-AEEA-4B23-B039-9DF10E91C7EB}" type="VALUE">
                      <a:rPr lang="en-US" smtClean="0"/>
                      <a:pPr/>
                      <a:t>[VALORE]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C9E-451F-BF0E-616913EFCC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~</a:t>
                    </a:r>
                    <a:fld id="{ECC73F61-29F0-408D-AE74-4CAF3F242449}" type="VALUE">
                      <a:rPr lang="en-US" smtClean="0"/>
                      <a:pPr/>
                      <a:t>[VALORE]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C9E-451F-BF0E-616913EFCCF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40.090000000000003</c:v>
                </c:pt>
                <c:pt idx="1">
                  <c:v>62.7</c:v>
                </c:pt>
                <c:pt idx="2">
                  <c:v>24.27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30-4064-8431-4DA9EE01A0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6ABC60-8319-4522-8034-8455603426A0}" type="doc">
      <dgm:prSet loTypeId="urn:microsoft.com/office/officeart/2024/layout/BulletTimeline" loCatId="process" qsTypeId="urn:microsoft.com/office/officeart/2005/8/quickstyle/simple4" qsCatId="simple" csTypeId="urn:microsoft.com/office/officeart/2005/8/colors/accent6_1" csCatId="accent6" phldr="1"/>
      <dgm:spPr/>
      <dgm:t>
        <a:bodyPr/>
        <a:lstStyle/>
        <a:p>
          <a:endParaRPr lang="it-IT"/>
        </a:p>
      </dgm:t>
    </dgm:pt>
    <dgm:pt modelId="{08ABE04C-C706-470F-B519-1A2DF4AABE88}">
      <dgm:prSet phldrT="[Testo]" custT="1"/>
      <dgm:spPr/>
      <dgm:t>
        <a:bodyPr/>
        <a:lstStyle/>
        <a:p>
          <a:pPr>
            <a:defRPr b="1"/>
          </a:pPr>
          <a:r>
            <a:rPr lang="it-IT" sz="1700" kern="1200">
              <a:solidFill>
                <a:srgbClr val="147F39"/>
              </a:solidFill>
            </a:rPr>
            <a:t>01 </a:t>
          </a: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Introduzione</a:t>
          </a:r>
        </a:p>
      </dgm:t>
    </dgm:pt>
    <dgm:pt modelId="{EB0DCB6F-071E-4FC1-BEEF-AF810D435074}" type="parTrans" cxnId="{0BB0323C-2D01-4AA2-B9DD-BF93E61A83C5}">
      <dgm:prSet/>
      <dgm:spPr/>
      <dgm:t>
        <a:bodyPr/>
        <a:lstStyle/>
        <a:p>
          <a:endParaRPr lang="it-IT"/>
        </a:p>
      </dgm:t>
    </dgm:pt>
    <dgm:pt modelId="{DF450BD5-A53D-4D70-9210-2C0F2C5094FD}" type="sibTrans" cxnId="{0BB0323C-2D01-4AA2-B9DD-BF93E61A83C5}">
      <dgm:prSet phldrT="1" phldr="0"/>
      <dgm:spPr/>
      <dgm:t>
        <a:bodyPr/>
        <a:lstStyle/>
        <a:p>
          <a:endParaRPr lang="it-IT"/>
        </a:p>
      </dgm:t>
    </dgm:pt>
    <dgm:pt modelId="{4B17C57D-3192-41EF-88AB-F58D68785AEB}">
      <dgm:prSet phldrT="[Testo]" phldr="0" custT="1"/>
      <dgm:spPr/>
      <dgm:t>
        <a:bodyPr/>
        <a:lstStyle/>
        <a:p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Obiettivi dello studio</a:t>
          </a:r>
        </a:p>
      </dgm:t>
    </dgm:pt>
    <dgm:pt modelId="{25FEFBE0-188D-4289-B769-3235392B95AA}" type="parTrans" cxnId="{CE27687E-DCB3-4D14-8BF8-6F40E769DD92}">
      <dgm:prSet/>
      <dgm:spPr/>
      <dgm:t>
        <a:bodyPr/>
        <a:lstStyle/>
        <a:p>
          <a:endParaRPr lang="it-IT"/>
        </a:p>
      </dgm:t>
    </dgm:pt>
    <dgm:pt modelId="{DAA7E6F6-66E1-470E-A987-3367CA02A46D}" type="sibTrans" cxnId="{CE27687E-DCB3-4D14-8BF8-6F40E769DD92}">
      <dgm:prSet/>
      <dgm:spPr/>
      <dgm:t>
        <a:bodyPr/>
        <a:lstStyle/>
        <a:p>
          <a:endParaRPr lang="it-IT"/>
        </a:p>
      </dgm:t>
    </dgm:pt>
    <dgm:pt modelId="{CED18CAA-44F0-4316-9154-F96C688D590E}">
      <dgm:prSet phldrT="[Testo]" phldr="0" custT="1"/>
      <dgm:spPr/>
      <dgm:t>
        <a:bodyPr/>
        <a:lstStyle/>
        <a:p>
          <a:pPr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02 Architettura</a:t>
          </a:r>
        </a:p>
      </dgm:t>
    </dgm:pt>
    <dgm:pt modelId="{02D1668D-80F8-40FA-9E7B-373F3F7EBF11}" type="parTrans" cxnId="{F07E90AF-BB37-4121-A883-1BE5B640263B}">
      <dgm:prSet/>
      <dgm:spPr/>
      <dgm:t>
        <a:bodyPr/>
        <a:lstStyle/>
        <a:p>
          <a:endParaRPr lang="it-IT"/>
        </a:p>
      </dgm:t>
    </dgm:pt>
    <dgm:pt modelId="{0FEB2E2F-9E62-4FF6-99D2-CB81B27D4CEA}" type="sibTrans" cxnId="{F07E90AF-BB37-4121-A883-1BE5B640263B}">
      <dgm:prSet phldrT="2" phldr="0"/>
      <dgm:spPr/>
      <dgm:t>
        <a:bodyPr/>
        <a:lstStyle/>
        <a:p>
          <a:endParaRPr lang="it-IT"/>
        </a:p>
      </dgm:t>
    </dgm:pt>
    <dgm:pt modelId="{69A45352-39A6-42E9-A17B-BE79DA39411F}">
      <dgm:prSet phldrT="[Testo]" phldr="0" custT="1"/>
      <dgm:spPr/>
      <dgm:t>
        <a:bodyPr/>
        <a:lstStyle/>
        <a:p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Pipeline</a:t>
          </a:r>
        </a:p>
      </dgm:t>
    </dgm:pt>
    <dgm:pt modelId="{9E2C471C-1C29-4033-8213-75048E7AB176}" type="parTrans" cxnId="{82B28521-1396-4F5D-8AD3-3FA7699BC64D}">
      <dgm:prSet/>
      <dgm:spPr/>
      <dgm:t>
        <a:bodyPr/>
        <a:lstStyle/>
        <a:p>
          <a:endParaRPr lang="it-IT"/>
        </a:p>
      </dgm:t>
    </dgm:pt>
    <dgm:pt modelId="{4F7BCB0F-EECB-462F-80D2-AC5D9B6F571A}" type="sibTrans" cxnId="{82B28521-1396-4F5D-8AD3-3FA7699BC64D}">
      <dgm:prSet/>
      <dgm:spPr/>
      <dgm:t>
        <a:bodyPr/>
        <a:lstStyle/>
        <a:p>
          <a:endParaRPr lang="it-IT"/>
        </a:p>
      </dgm:t>
    </dgm:pt>
    <dgm:pt modelId="{2C3870D1-CA79-445C-888D-816F7FA3F483}">
      <dgm:prSet phldrT="[Testo]" custT="1"/>
      <dgm:spPr/>
      <dgm:t>
        <a:bodyPr/>
        <a:lstStyle/>
        <a:p>
          <a:pPr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03 Query</a:t>
          </a:r>
        </a:p>
      </dgm:t>
    </dgm:pt>
    <dgm:pt modelId="{ADAE1109-3FBA-4D68-8725-699982296F88}" type="parTrans" cxnId="{41C5A566-3605-438D-B853-B4370A888686}">
      <dgm:prSet/>
      <dgm:spPr/>
      <dgm:t>
        <a:bodyPr/>
        <a:lstStyle/>
        <a:p>
          <a:endParaRPr lang="it-IT"/>
        </a:p>
      </dgm:t>
    </dgm:pt>
    <dgm:pt modelId="{FDAE7E57-E90B-483B-A025-CB511ABA4024}" type="sibTrans" cxnId="{41C5A566-3605-438D-B853-B4370A888686}">
      <dgm:prSet phldrT="3" phldr="0"/>
      <dgm:spPr/>
      <dgm:t>
        <a:bodyPr/>
        <a:lstStyle/>
        <a:p>
          <a:endParaRPr lang="it-IT"/>
        </a:p>
      </dgm:t>
    </dgm:pt>
    <dgm:pt modelId="{877AD502-2CF3-41E4-A249-7EA23A8215B3}">
      <dgm:prSet phldrT="[Testo]" phldr="0" custT="1"/>
      <dgm:spPr/>
      <dgm:t>
        <a:bodyPr/>
        <a:lstStyle/>
        <a:p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Implementazioni </a:t>
          </a:r>
        </a:p>
      </dgm:t>
    </dgm:pt>
    <dgm:pt modelId="{A31655A2-72F4-4535-827B-0FD30A7FB94E}" type="parTrans" cxnId="{E4134C7A-CCA2-436E-A419-30B626F88FE8}">
      <dgm:prSet/>
      <dgm:spPr/>
      <dgm:t>
        <a:bodyPr/>
        <a:lstStyle/>
        <a:p>
          <a:endParaRPr lang="it-IT"/>
        </a:p>
      </dgm:t>
    </dgm:pt>
    <dgm:pt modelId="{B32E9E2D-7BDD-4EF6-8863-66FA9EFE2BFB}" type="sibTrans" cxnId="{E4134C7A-CCA2-436E-A419-30B626F88FE8}">
      <dgm:prSet/>
      <dgm:spPr/>
      <dgm:t>
        <a:bodyPr/>
        <a:lstStyle/>
        <a:p>
          <a:endParaRPr lang="it-IT"/>
        </a:p>
      </dgm:t>
    </dgm:pt>
    <dgm:pt modelId="{5A764400-A9AB-4A08-9F0B-CE426865D790}">
      <dgm:prSet phldrT="[Testo]" phldr="0" custT="1"/>
      <dgm:spPr/>
      <dgm:t>
        <a:bodyPr/>
        <a:lstStyle/>
        <a:p>
          <a:pPr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05 Analisi delle prestazioni</a:t>
          </a:r>
        </a:p>
      </dgm:t>
    </dgm:pt>
    <dgm:pt modelId="{EB50AD34-C06D-4107-B079-C4CE4E45C2BC}" type="parTrans" cxnId="{2D60396B-6BC5-44B0-AB83-81D2F1198646}">
      <dgm:prSet/>
      <dgm:spPr/>
      <dgm:t>
        <a:bodyPr/>
        <a:lstStyle/>
        <a:p>
          <a:endParaRPr lang="it-IT"/>
        </a:p>
      </dgm:t>
    </dgm:pt>
    <dgm:pt modelId="{20B32103-BA78-4D24-9FCA-72D1907CE84C}" type="sibTrans" cxnId="{2D60396B-6BC5-44B0-AB83-81D2F1198646}">
      <dgm:prSet phldrT="4" phldr="0"/>
      <dgm:spPr/>
      <dgm:t>
        <a:bodyPr/>
        <a:lstStyle/>
        <a:p>
          <a:endParaRPr lang="it-IT"/>
        </a:p>
      </dgm:t>
    </dgm:pt>
    <dgm:pt modelId="{09DDF2C0-E721-4F6F-BE75-BAAF785BE119}">
      <dgm:prSet phldrT="[Testo]" phldr="0" custT="1"/>
      <dgm:spPr/>
      <dgm:t>
        <a:bodyPr/>
        <a:lstStyle/>
        <a:p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Esperimenti</a:t>
          </a:r>
        </a:p>
      </dgm:t>
    </dgm:pt>
    <dgm:pt modelId="{1F4A7516-2399-4EDC-BA84-7E96457EB927}" type="parTrans" cxnId="{5C1F5B68-755C-4776-97D3-6F6A8E727F92}">
      <dgm:prSet/>
      <dgm:spPr/>
      <dgm:t>
        <a:bodyPr/>
        <a:lstStyle/>
        <a:p>
          <a:endParaRPr lang="it-IT"/>
        </a:p>
      </dgm:t>
    </dgm:pt>
    <dgm:pt modelId="{0E2B518B-4D34-4E73-82B7-BD8853AA8A37}" type="sibTrans" cxnId="{5C1F5B68-755C-4776-97D3-6F6A8E727F92}">
      <dgm:prSet/>
      <dgm:spPr/>
      <dgm:t>
        <a:bodyPr/>
        <a:lstStyle/>
        <a:p>
          <a:endParaRPr lang="it-IT"/>
        </a:p>
      </dgm:t>
    </dgm:pt>
    <dgm:pt modelId="{EC9162CE-963B-453B-BD78-D09963344D06}">
      <dgm:prSet phldrT="[Testo]" phldr="0" custT="1"/>
      <dgm:spPr/>
      <dgm:t>
        <a:bodyPr/>
        <a:lstStyle/>
        <a:p>
          <a:pPr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06 Conclusioni</a:t>
          </a:r>
        </a:p>
      </dgm:t>
    </dgm:pt>
    <dgm:pt modelId="{244C366F-45F9-4514-A9BA-EF453471C287}" type="parTrans" cxnId="{99F79FDA-4203-49A1-9F64-B68F0C7FF5F6}">
      <dgm:prSet/>
      <dgm:spPr/>
      <dgm:t>
        <a:bodyPr/>
        <a:lstStyle/>
        <a:p>
          <a:endParaRPr lang="it-IT"/>
        </a:p>
      </dgm:t>
    </dgm:pt>
    <dgm:pt modelId="{06CF21C5-EBC7-4637-93FC-D16F33C3B775}" type="sibTrans" cxnId="{99F79FDA-4203-49A1-9F64-B68F0C7FF5F6}">
      <dgm:prSet phldrT="5" phldr="0"/>
      <dgm:spPr/>
      <dgm:t>
        <a:bodyPr/>
        <a:lstStyle/>
        <a:p>
          <a:endParaRPr lang="it-IT"/>
        </a:p>
      </dgm:t>
    </dgm:pt>
    <dgm:pt modelId="{2D49E953-C9F0-4057-8112-6865715A0CB1}">
      <dgm:prSet phldrT="[Testo]" phldr="0" custT="1"/>
      <dgm:spPr/>
      <dgm:t>
        <a:bodyPr/>
        <a:lstStyle/>
        <a:p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Analisi e Sviluppi</a:t>
          </a:r>
        </a:p>
      </dgm:t>
    </dgm:pt>
    <dgm:pt modelId="{35048537-FE2B-4195-A040-CCC5D569AD8D}" type="parTrans" cxnId="{A5D34D2A-10C7-45F2-A94A-EBFB026E732F}">
      <dgm:prSet/>
      <dgm:spPr/>
      <dgm:t>
        <a:bodyPr/>
        <a:lstStyle/>
        <a:p>
          <a:endParaRPr lang="it-IT"/>
        </a:p>
      </dgm:t>
    </dgm:pt>
    <dgm:pt modelId="{3FC4C174-A04D-40C5-9D83-5BA85B2B4D10}" type="sibTrans" cxnId="{A5D34D2A-10C7-45F2-A94A-EBFB026E732F}">
      <dgm:prSet/>
      <dgm:spPr/>
      <dgm:t>
        <a:bodyPr/>
        <a:lstStyle/>
        <a:p>
          <a:endParaRPr lang="it-IT"/>
        </a:p>
      </dgm:t>
    </dgm:pt>
    <dgm:pt modelId="{56E30DA2-C19B-4115-A85B-B3C826EB20E5}">
      <dgm:prSet phldrT="[Testo]" phldr="0" custT="1"/>
      <dgm:spPr/>
      <dgm:t>
        <a:bodyPr/>
        <a:lstStyle/>
        <a:p>
          <a:pPr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04 Risultati</a:t>
          </a:r>
        </a:p>
      </dgm:t>
    </dgm:pt>
    <dgm:pt modelId="{7130D6C3-9575-4184-A15C-87FE441A30B1}" type="parTrans" cxnId="{BD290449-E595-4059-A825-02ECFCF056FB}">
      <dgm:prSet/>
      <dgm:spPr/>
      <dgm:t>
        <a:bodyPr/>
        <a:lstStyle/>
        <a:p>
          <a:endParaRPr lang="it-IT"/>
        </a:p>
      </dgm:t>
    </dgm:pt>
    <dgm:pt modelId="{06723FE0-722B-44A5-AFB8-A568FF9DEF68}" type="sibTrans" cxnId="{BD290449-E595-4059-A825-02ECFCF056FB}">
      <dgm:prSet/>
      <dgm:spPr/>
      <dgm:t>
        <a:bodyPr/>
        <a:lstStyle/>
        <a:p>
          <a:endParaRPr lang="it-IT"/>
        </a:p>
      </dgm:t>
    </dgm:pt>
    <dgm:pt modelId="{E6E1DBE5-88A7-4945-88FD-B1517342C411}">
      <dgm:prSet phldrT="[Testo]" phldr="0" custT="1"/>
      <dgm:spPr/>
      <dgm:t>
        <a:bodyPr/>
        <a:lstStyle/>
        <a:p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Visualizzazione e analisi</a:t>
          </a:r>
        </a:p>
      </dgm:t>
    </dgm:pt>
    <dgm:pt modelId="{801C215F-CF49-449D-A5FA-F9A1843329DB}" type="parTrans" cxnId="{1F6E1121-4C10-4F46-8BEE-802C2647F6F2}">
      <dgm:prSet/>
      <dgm:spPr/>
      <dgm:t>
        <a:bodyPr/>
        <a:lstStyle/>
        <a:p>
          <a:endParaRPr lang="it-IT"/>
        </a:p>
      </dgm:t>
    </dgm:pt>
    <dgm:pt modelId="{579E3D93-FD2D-488F-BECE-7226441BE3D1}" type="sibTrans" cxnId="{1F6E1121-4C10-4F46-8BEE-802C2647F6F2}">
      <dgm:prSet/>
      <dgm:spPr/>
      <dgm:t>
        <a:bodyPr/>
        <a:lstStyle/>
        <a:p>
          <a:endParaRPr lang="it-IT"/>
        </a:p>
      </dgm:t>
    </dgm:pt>
    <dgm:pt modelId="{52D760CE-7A9C-46C0-8156-DBAF5D1A802E}" type="pres">
      <dgm:prSet presAssocID="{756ABC60-8319-4522-8034-8455603426A0}" presName="root" presStyleCnt="0">
        <dgm:presLayoutVars>
          <dgm:dir/>
          <dgm:animLvl val="lvl"/>
        </dgm:presLayoutVars>
      </dgm:prSet>
      <dgm:spPr/>
    </dgm:pt>
    <dgm:pt modelId="{3995B6C8-3F15-47C5-A599-EBAAB18D0683}" type="pres">
      <dgm:prSet presAssocID="{756ABC60-8319-4522-8034-8455603426A0}" presName="divider" presStyleCnt="0"/>
      <dgm:spPr/>
    </dgm:pt>
    <dgm:pt modelId="{79F68D92-965F-4D02-982F-F0A7C7888167}" type="pres">
      <dgm:prSet presAssocID="{756ABC60-8319-4522-8034-8455603426A0}" presName="rectBar" presStyleLbl="dkBgShp" presStyleIdx="0" presStyleCnt="8"/>
      <dgm:spPr>
        <a:gradFill rotWithShape="0">
          <a:gsLst>
            <a:gs pos="0">
              <a:schemeClr val="accent6">
                <a:tint val="76000"/>
              </a:schemeClr>
            </a:gs>
            <a:gs pos="100000">
              <a:schemeClr val="accent6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CE11476-68D5-4741-8314-065930F03543}" type="pres">
      <dgm:prSet presAssocID="{756ABC60-8319-4522-8034-8455603426A0}" presName="chevronArrow" presStyleLbl="dkBgShp" presStyleIdx="1" presStyleCnt="8"/>
      <dgm:spPr>
        <a:gradFill rotWithShape="0">
          <a:gsLst>
            <a:gs pos="0">
              <a:schemeClr val="accent6">
                <a:tint val="76000"/>
              </a:schemeClr>
            </a:gs>
            <a:gs pos="100000">
              <a:schemeClr val="accent6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C88B17CA-2C74-43A6-A77B-AF3B5067CA80}" type="pres">
      <dgm:prSet presAssocID="{756ABC60-8319-4522-8034-8455603426A0}" presName="nodes" presStyleCnt="0">
        <dgm:presLayoutVars>
          <dgm:chMax/>
          <dgm:chPref/>
          <dgm:animLvl val="lvl"/>
        </dgm:presLayoutVars>
      </dgm:prSet>
      <dgm:spPr/>
    </dgm:pt>
    <dgm:pt modelId="{63781120-4953-4654-83C5-66AD04987497}" type="pres">
      <dgm:prSet presAssocID="{08ABE04C-C706-470F-B519-1A2DF4AABE88}" presName="composite" presStyleCnt="0"/>
      <dgm:spPr/>
    </dgm:pt>
    <dgm:pt modelId="{ADCF9CBD-A39D-417E-930D-78DE2D294678}" type="pres">
      <dgm:prSet presAssocID="{08ABE04C-C706-470F-B519-1A2DF4AABE88}" presName="DropPinPlaceHolder" presStyleCnt="0"/>
      <dgm:spPr/>
    </dgm:pt>
    <dgm:pt modelId="{A74A09B1-734B-452E-8557-6E1E82541E50}" type="pres">
      <dgm:prSet presAssocID="{08ABE04C-C706-470F-B519-1A2DF4AABE88}" presName="DropPin" presStyleLbl="alignNode1" presStyleIdx="0" presStyleCnt="6"/>
      <dgm:spPr/>
    </dgm:pt>
    <dgm:pt modelId="{2BE31D69-0F55-4469-A96B-5766F93CB61B}" type="pres">
      <dgm:prSet presAssocID="{08ABE04C-C706-470F-B519-1A2DF4AABE88}" presName="Ellipse" presStyleLbl="fgAcc1" presStyleIdx="0" presStyleCnt="6"/>
      <dgm:spPr/>
    </dgm:pt>
    <dgm:pt modelId="{A5099EE7-F2DF-4CA7-B5C0-C5069D45F2CF}" type="pres">
      <dgm:prSet presAssocID="{08ABE04C-C706-470F-B519-1A2DF4AABE88}" presName="L2TextContainer" presStyleLbl="revTx" presStyleIdx="0" presStyleCnt="12">
        <dgm:presLayoutVars>
          <dgm:bulletEnabled val="1"/>
        </dgm:presLayoutVars>
      </dgm:prSet>
      <dgm:spPr/>
    </dgm:pt>
    <dgm:pt modelId="{98BA85E8-25C2-47CF-B479-BBFC2EDBEF06}" type="pres">
      <dgm:prSet presAssocID="{08ABE04C-C706-470F-B519-1A2DF4AABE88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43AB9A8D-FBED-4542-9147-656766BEFEB3}" type="pres">
      <dgm:prSet presAssocID="{08ABE04C-C706-470F-B519-1A2DF4AABE88}" presName="ConnectLine" presStyleLbl="dkBgShp" presStyleIdx="2" presStyleCnt="8"/>
      <dgm:spPr/>
    </dgm:pt>
    <dgm:pt modelId="{0C42449E-0268-4DC2-9E39-736FF0CA74AE}" type="pres">
      <dgm:prSet presAssocID="{08ABE04C-C706-470F-B519-1A2DF4AABE88}" presName="ConnectorPoint" presStyleCnt="0"/>
      <dgm:spPr/>
    </dgm:pt>
    <dgm:pt modelId="{6BEDAD0F-C4BB-4105-8F5C-89526180EC00}" type="pres">
      <dgm:prSet presAssocID="{08ABE04C-C706-470F-B519-1A2DF4AABE88}" presName="Bullet" presStyleLbl="lnNode1" presStyleIdx="0" presStyleCnt="6"/>
      <dgm:spPr/>
    </dgm:pt>
    <dgm:pt modelId="{B47B8438-A200-4D19-AD23-760F3AFAE27B}" type="pres">
      <dgm:prSet presAssocID="{08ABE04C-C706-470F-B519-1A2DF4AABE88}" presName="EmptyPlaceHolder" presStyleCnt="0"/>
      <dgm:spPr/>
    </dgm:pt>
    <dgm:pt modelId="{274AE508-0B06-42DF-9BD5-DEC6F6017E43}" type="pres">
      <dgm:prSet presAssocID="{DF450BD5-A53D-4D70-9210-2C0F2C5094FD}" presName="spaceBetweenRectangles" presStyleCnt="0"/>
      <dgm:spPr/>
    </dgm:pt>
    <dgm:pt modelId="{1F999385-19F3-41BC-8375-DC00C725C3BC}" type="pres">
      <dgm:prSet presAssocID="{CED18CAA-44F0-4316-9154-F96C688D590E}" presName="composite" presStyleCnt="0"/>
      <dgm:spPr/>
    </dgm:pt>
    <dgm:pt modelId="{58B4738B-7D2C-4B10-988D-D4A30B49DD55}" type="pres">
      <dgm:prSet presAssocID="{CED18CAA-44F0-4316-9154-F96C688D590E}" presName="DropPinPlaceHolder" presStyleCnt="0"/>
      <dgm:spPr/>
    </dgm:pt>
    <dgm:pt modelId="{578BB32C-A487-4496-B49D-63977D82E9CF}" type="pres">
      <dgm:prSet presAssocID="{CED18CAA-44F0-4316-9154-F96C688D590E}" presName="DropPin" presStyleLbl="alignNode1" presStyleIdx="1" presStyleCnt="6"/>
      <dgm:spPr/>
    </dgm:pt>
    <dgm:pt modelId="{A8C3727E-B166-4847-9125-39168B197661}" type="pres">
      <dgm:prSet presAssocID="{CED18CAA-44F0-4316-9154-F96C688D590E}" presName="Ellipse" presStyleLbl="fgAcc1" presStyleIdx="1" presStyleCnt="6"/>
      <dgm:spPr/>
    </dgm:pt>
    <dgm:pt modelId="{87C34357-870F-4A6F-BC10-F0E08BE9C211}" type="pres">
      <dgm:prSet presAssocID="{CED18CAA-44F0-4316-9154-F96C688D590E}" presName="L2TextContainer" presStyleLbl="revTx" presStyleIdx="2" presStyleCnt="12">
        <dgm:presLayoutVars>
          <dgm:bulletEnabled val="1"/>
        </dgm:presLayoutVars>
      </dgm:prSet>
      <dgm:spPr/>
    </dgm:pt>
    <dgm:pt modelId="{0750F51D-7AD4-4DD9-B297-5A888CD297E0}" type="pres">
      <dgm:prSet presAssocID="{CED18CAA-44F0-4316-9154-F96C688D590E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31121499-6D82-45D5-BDD7-A85FD24A59C8}" type="pres">
      <dgm:prSet presAssocID="{CED18CAA-44F0-4316-9154-F96C688D590E}" presName="ConnectLine" presStyleLbl="dkBgShp" presStyleIdx="3" presStyleCnt="8"/>
      <dgm:spPr/>
    </dgm:pt>
    <dgm:pt modelId="{5A6A619A-52C6-4561-A5E1-C49A428E7B14}" type="pres">
      <dgm:prSet presAssocID="{CED18CAA-44F0-4316-9154-F96C688D590E}" presName="ConnectorPoint" presStyleCnt="0"/>
      <dgm:spPr/>
    </dgm:pt>
    <dgm:pt modelId="{190A611D-2DD8-4B2C-A798-53E6A4CDC978}" type="pres">
      <dgm:prSet presAssocID="{CED18CAA-44F0-4316-9154-F96C688D590E}" presName="Bullet" presStyleLbl="lnNode1" presStyleIdx="1" presStyleCnt="6"/>
      <dgm:spPr/>
    </dgm:pt>
    <dgm:pt modelId="{7E3985BD-F64F-4C2E-90FA-11F772DCC00A}" type="pres">
      <dgm:prSet presAssocID="{CED18CAA-44F0-4316-9154-F96C688D590E}" presName="EmptyPlaceHolder" presStyleCnt="0"/>
      <dgm:spPr/>
    </dgm:pt>
    <dgm:pt modelId="{09BF1A8B-37FC-4E2A-B57B-57A4669BC534}" type="pres">
      <dgm:prSet presAssocID="{0FEB2E2F-9E62-4FF6-99D2-CB81B27D4CEA}" presName="spaceBetweenRectangles" presStyleCnt="0"/>
      <dgm:spPr/>
    </dgm:pt>
    <dgm:pt modelId="{F8FC850D-DB51-4290-A09B-B289A58EEB69}" type="pres">
      <dgm:prSet presAssocID="{2C3870D1-CA79-445C-888D-816F7FA3F483}" presName="composite" presStyleCnt="0"/>
      <dgm:spPr/>
    </dgm:pt>
    <dgm:pt modelId="{B2E1083A-13D3-43FF-9168-A4E9B3F5F33C}" type="pres">
      <dgm:prSet presAssocID="{2C3870D1-CA79-445C-888D-816F7FA3F483}" presName="DropPinPlaceHolder" presStyleCnt="0"/>
      <dgm:spPr/>
    </dgm:pt>
    <dgm:pt modelId="{4509ABEF-FC52-4EFC-86E1-ED5E2BF156B6}" type="pres">
      <dgm:prSet presAssocID="{2C3870D1-CA79-445C-888D-816F7FA3F483}" presName="DropPin" presStyleLbl="alignNode1" presStyleIdx="2" presStyleCnt="6"/>
      <dgm:spPr/>
    </dgm:pt>
    <dgm:pt modelId="{B16818B0-B908-47AC-84E1-4FCA2813B45E}" type="pres">
      <dgm:prSet presAssocID="{2C3870D1-CA79-445C-888D-816F7FA3F483}" presName="Ellipse" presStyleLbl="fgAcc1" presStyleIdx="2" presStyleCnt="6"/>
      <dgm:spPr/>
    </dgm:pt>
    <dgm:pt modelId="{BF204FB9-5F4E-46DC-9F79-E0B582790B77}" type="pres">
      <dgm:prSet presAssocID="{2C3870D1-CA79-445C-888D-816F7FA3F483}" presName="L2TextContainer" presStyleLbl="revTx" presStyleIdx="4" presStyleCnt="12">
        <dgm:presLayoutVars>
          <dgm:bulletEnabled val="1"/>
        </dgm:presLayoutVars>
      </dgm:prSet>
      <dgm:spPr/>
    </dgm:pt>
    <dgm:pt modelId="{24806DA8-0129-44C1-8BB2-BF5C7CC5F858}" type="pres">
      <dgm:prSet presAssocID="{2C3870D1-CA79-445C-888D-816F7FA3F483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34590A57-23A2-432D-ACAA-678935467A46}" type="pres">
      <dgm:prSet presAssocID="{2C3870D1-CA79-445C-888D-816F7FA3F483}" presName="ConnectLine" presStyleLbl="dkBgShp" presStyleIdx="4" presStyleCnt="8"/>
      <dgm:spPr/>
    </dgm:pt>
    <dgm:pt modelId="{A57824A5-B2DA-4DAF-8085-6B60DE52F340}" type="pres">
      <dgm:prSet presAssocID="{2C3870D1-CA79-445C-888D-816F7FA3F483}" presName="ConnectorPoint" presStyleCnt="0"/>
      <dgm:spPr/>
    </dgm:pt>
    <dgm:pt modelId="{E2792331-90FE-4FF7-BD37-E4BC5682C7F6}" type="pres">
      <dgm:prSet presAssocID="{2C3870D1-CA79-445C-888D-816F7FA3F483}" presName="Bullet" presStyleLbl="lnNode1" presStyleIdx="2" presStyleCnt="6"/>
      <dgm:spPr/>
    </dgm:pt>
    <dgm:pt modelId="{925E1219-7D6F-4211-B604-2A064A23D7A8}" type="pres">
      <dgm:prSet presAssocID="{2C3870D1-CA79-445C-888D-816F7FA3F483}" presName="EmptyPlaceHolder" presStyleCnt="0"/>
      <dgm:spPr/>
    </dgm:pt>
    <dgm:pt modelId="{A3786AE7-5A08-414F-B41E-F7DA9F4565BD}" type="pres">
      <dgm:prSet presAssocID="{FDAE7E57-E90B-483B-A025-CB511ABA4024}" presName="spaceBetweenRectangles" presStyleCnt="0"/>
      <dgm:spPr/>
    </dgm:pt>
    <dgm:pt modelId="{ECC3F576-30AC-497A-992A-AA10EE892912}" type="pres">
      <dgm:prSet presAssocID="{56E30DA2-C19B-4115-A85B-B3C826EB20E5}" presName="composite" presStyleCnt="0"/>
      <dgm:spPr/>
    </dgm:pt>
    <dgm:pt modelId="{2F0C530B-400B-4DF7-9F8A-416ADFC9BAED}" type="pres">
      <dgm:prSet presAssocID="{56E30DA2-C19B-4115-A85B-B3C826EB20E5}" presName="DropPinPlaceHolder" presStyleCnt="0"/>
      <dgm:spPr/>
    </dgm:pt>
    <dgm:pt modelId="{77E458CB-A1D1-40BD-BBF5-BE2ABB79AA2C}" type="pres">
      <dgm:prSet presAssocID="{56E30DA2-C19B-4115-A85B-B3C826EB20E5}" presName="DropPin" presStyleLbl="alignNode1" presStyleIdx="3" presStyleCnt="6"/>
      <dgm:spPr/>
    </dgm:pt>
    <dgm:pt modelId="{BC504583-AEA9-4CA9-BA3C-D9D82BB6E0B9}" type="pres">
      <dgm:prSet presAssocID="{56E30DA2-C19B-4115-A85B-B3C826EB20E5}" presName="Ellipse" presStyleLbl="fgAcc1" presStyleIdx="3" presStyleCnt="6"/>
      <dgm:spPr/>
    </dgm:pt>
    <dgm:pt modelId="{729B178F-005E-4721-B90A-AA8745806210}" type="pres">
      <dgm:prSet presAssocID="{56E30DA2-C19B-4115-A85B-B3C826EB20E5}" presName="L2TextContainer" presStyleLbl="revTx" presStyleIdx="6" presStyleCnt="12">
        <dgm:presLayoutVars>
          <dgm:bulletEnabled val="1"/>
        </dgm:presLayoutVars>
      </dgm:prSet>
      <dgm:spPr/>
    </dgm:pt>
    <dgm:pt modelId="{7F12CD0C-5555-4C56-87C2-332211A5179F}" type="pres">
      <dgm:prSet presAssocID="{56E30DA2-C19B-4115-A85B-B3C826EB20E5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ACCF87FA-4C8B-4582-BB39-FDCE19C9EC67}" type="pres">
      <dgm:prSet presAssocID="{56E30DA2-C19B-4115-A85B-B3C826EB20E5}" presName="ConnectLine" presStyleLbl="dkBgShp" presStyleIdx="5" presStyleCnt="8"/>
      <dgm:spPr/>
    </dgm:pt>
    <dgm:pt modelId="{6596D260-2C75-4A17-B73D-D8089075B0F6}" type="pres">
      <dgm:prSet presAssocID="{56E30DA2-C19B-4115-A85B-B3C826EB20E5}" presName="ConnectorPoint" presStyleCnt="0"/>
      <dgm:spPr/>
    </dgm:pt>
    <dgm:pt modelId="{26E2A066-954B-4DC0-A934-416B5D36D24C}" type="pres">
      <dgm:prSet presAssocID="{56E30DA2-C19B-4115-A85B-B3C826EB20E5}" presName="Bullet" presStyleLbl="lnNode1" presStyleIdx="3" presStyleCnt="6"/>
      <dgm:spPr/>
    </dgm:pt>
    <dgm:pt modelId="{23D59ABC-3306-4D9F-83CF-4C9048A9AC1B}" type="pres">
      <dgm:prSet presAssocID="{56E30DA2-C19B-4115-A85B-B3C826EB20E5}" presName="EmptyPlaceHolder" presStyleCnt="0"/>
      <dgm:spPr/>
    </dgm:pt>
    <dgm:pt modelId="{6AFD7020-EFAB-4386-AB70-F87CB9FAFB90}" type="pres">
      <dgm:prSet presAssocID="{06723FE0-722B-44A5-AFB8-A568FF9DEF68}" presName="spaceBetweenRectangles" presStyleCnt="0"/>
      <dgm:spPr/>
    </dgm:pt>
    <dgm:pt modelId="{1B28F8A7-B86A-4482-8F1F-D39498208F0C}" type="pres">
      <dgm:prSet presAssocID="{5A764400-A9AB-4A08-9F0B-CE426865D790}" presName="composite" presStyleCnt="0"/>
      <dgm:spPr/>
    </dgm:pt>
    <dgm:pt modelId="{DEA3DE71-2C63-43E2-8691-FD164303320D}" type="pres">
      <dgm:prSet presAssocID="{5A764400-A9AB-4A08-9F0B-CE426865D790}" presName="DropPinPlaceHolder" presStyleCnt="0"/>
      <dgm:spPr/>
    </dgm:pt>
    <dgm:pt modelId="{E689AEFD-D72F-48DA-BA84-E4A2F5906BD4}" type="pres">
      <dgm:prSet presAssocID="{5A764400-A9AB-4A08-9F0B-CE426865D790}" presName="DropPin" presStyleLbl="alignNode1" presStyleIdx="4" presStyleCnt="6"/>
      <dgm:spPr/>
    </dgm:pt>
    <dgm:pt modelId="{DA9808D8-341C-41C0-A153-6B30AA0020A3}" type="pres">
      <dgm:prSet presAssocID="{5A764400-A9AB-4A08-9F0B-CE426865D790}" presName="Ellipse" presStyleLbl="fgAcc1" presStyleIdx="4" presStyleCnt="6"/>
      <dgm:spPr/>
    </dgm:pt>
    <dgm:pt modelId="{A1FB3CB3-5D23-4A4A-993D-3EC3D80500F9}" type="pres">
      <dgm:prSet presAssocID="{5A764400-A9AB-4A08-9F0B-CE426865D790}" presName="L2TextContainer" presStyleLbl="revTx" presStyleIdx="8" presStyleCnt="12">
        <dgm:presLayoutVars>
          <dgm:bulletEnabled val="1"/>
        </dgm:presLayoutVars>
      </dgm:prSet>
      <dgm:spPr/>
    </dgm:pt>
    <dgm:pt modelId="{871E0BDE-3986-42F9-AD30-BC12B9BE08FD}" type="pres">
      <dgm:prSet presAssocID="{5A764400-A9AB-4A08-9F0B-CE426865D790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B4FEC6E0-85D0-40E4-8D16-61BD22E4F8E9}" type="pres">
      <dgm:prSet presAssocID="{5A764400-A9AB-4A08-9F0B-CE426865D790}" presName="ConnectLine" presStyleLbl="dkBgShp" presStyleIdx="6" presStyleCnt="8"/>
      <dgm:spPr/>
    </dgm:pt>
    <dgm:pt modelId="{E954A6DE-AF90-41AC-997D-47DFA32896E7}" type="pres">
      <dgm:prSet presAssocID="{5A764400-A9AB-4A08-9F0B-CE426865D790}" presName="ConnectorPoint" presStyleCnt="0"/>
      <dgm:spPr/>
    </dgm:pt>
    <dgm:pt modelId="{1391E2C3-4798-41FF-B712-DF02E5A044B0}" type="pres">
      <dgm:prSet presAssocID="{5A764400-A9AB-4A08-9F0B-CE426865D790}" presName="Bullet" presStyleLbl="lnNode1" presStyleIdx="4" presStyleCnt="6"/>
      <dgm:spPr/>
    </dgm:pt>
    <dgm:pt modelId="{24B80128-82F1-45CA-99CE-D0EC7EE82811}" type="pres">
      <dgm:prSet presAssocID="{5A764400-A9AB-4A08-9F0B-CE426865D790}" presName="EmptyPlaceHolder" presStyleCnt="0"/>
      <dgm:spPr/>
    </dgm:pt>
    <dgm:pt modelId="{94545B38-AEB2-49D9-9430-B37C602917B0}" type="pres">
      <dgm:prSet presAssocID="{20B32103-BA78-4D24-9FCA-72D1907CE84C}" presName="spaceBetweenRectangles" presStyleCnt="0"/>
      <dgm:spPr/>
    </dgm:pt>
    <dgm:pt modelId="{93A57BB2-C436-423D-871A-234AED436BD7}" type="pres">
      <dgm:prSet presAssocID="{EC9162CE-963B-453B-BD78-D09963344D06}" presName="composite" presStyleCnt="0"/>
      <dgm:spPr/>
    </dgm:pt>
    <dgm:pt modelId="{DBE76FC6-C004-40F1-9325-5E9C15D7338A}" type="pres">
      <dgm:prSet presAssocID="{EC9162CE-963B-453B-BD78-D09963344D06}" presName="DropPinPlaceHolder" presStyleCnt="0"/>
      <dgm:spPr/>
    </dgm:pt>
    <dgm:pt modelId="{6691A1E1-7B60-4F46-ADA5-38A23E7DA549}" type="pres">
      <dgm:prSet presAssocID="{EC9162CE-963B-453B-BD78-D09963344D06}" presName="DropPin" presStyleLbl="alignNode1" presStyleIdx="5" presStyleCnt="6"/>
      <dgm:spPr/>
    </dgm:pt>
    <dgm:pt modelId="{BB506D86-EDDB-4058-9367-6F9D25ADE96D}" type="pres">
      <dgm:prSet presAssocID="{EC9162CE-963B-453B-BD78-D09963344D06}" presName="Ellipse" presStyleLbl="fgAcc1" presStyleIdx="5" presStyleCnt="6"/>
      <dgm:spPr/>
    </dgm:pt>
    <dgm:pt modelId="{B68A077D-3E62-4E42-ADA6-BE572698C8F0}" type="pres">
      <dgm:prSet presAssocID="{EC9162CE-963B-453B-BD78-D09963344D06}" presName="L2TextContainer" presStyleLbl="revTx" presStyleIdx="10" presStyleCnt="12">
        <dgm:presLayoutVars>
          <dgm:bulletEnabled val="1"/>
        </dgm:presLayoutVars>
      </dgm:prSet>
      <dgm:spPr/>
    </dgm:pt>
    <dgm:pt modelId="{8B297C76-6242-4D7A-AB22-EDD7A5B33808}" type="pres">
      <dgm:prSet presAssocID="{EC9162CE-963B-453B-BD78-D09963344D06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BDBE746E-0E1D-4987-ACE4-ED73A0918D36}" type="pres">
      <dgm:prSet presAssocID="{EC9162CE-963B-453B-BD78-D09963344D06}" presName="ConnectLine" presStyleLbl="dkBgShp" presStyleIdx="7" presStyleCnt="8"/>
      <dgm:spPr/>
    </dgm:pt>
    <dgm:pt modelId="{37781EB0-FFBA-4D74-880B-94A85FBBB19A}" type="pres">
      <dgm:prSet presAssocID="{EC9162CE-963B-453B-BD78-D09963344D06}" presName="ConnectorPoint" presStyleCnt="0"/>
      <dgm:spPr/>
    </dgm:pt>
    <dgm:pt modelId="{09257D41-98DE-472A-B998-376A4ED4DCC7}" type="pres">
      <dgm:prSet presAssocID="{EC9162CE-963B-453B-BD78-D09963344D06}" presName="Bullet" presStyleLbl="lnNode1" presStyleIdx="5" presStyleCnt="6"/>
      <dgm:spPr/>
    </dgm:pt>
    <dgm:pt modelId="{59BE6893-50E7-4A31-853F-63372CEE54E2}" type="pres">
      <dgm:prSet presAssocID="{EC9162CE-963B-453B-BD78-D09963344D06}" presName="EmptyPlaceHolder" presStyleCnt="0"/>
      <dgm:spPr/>
    </dgm:pt>
  </dgm:ptLst>
  <dgm:cxnLst>
    <dgm:cxn modelId="{88927500-5C00-4645-9830-9B79CF530273}" type="presOf" srcId="{56E30DA2-C19B-4115-A85B-B3C826EB20E5}" destId="{7F12CD0C-5555-4C56-87C2-332211A5179F}" srcOrd="0" destOrd="0" presId="urn:microsoft.com/office/officeart/2024/layout/BulletTimeline"/>
    <dgm:cxn modelId="{3137EF1B-3A17-4E6F-96E5-AE07DF984C2A}" type="presOf" srcId="{CED18CAA-44F0-4316-9154-F96C688D590E}" destId="{0750F51D-7AD4-4DD9-B297-5A888CD297E0}" srcOrd="0" destOrd="0" presId="urn:microsoft.com/office/officeart/2024/layout/BulletTimeline"/>
    <dgm:cxn modelId="{1F6E1121-4C10-4F46-8BEE-802C2647F6F2}" srcId="{56E30DA2-C19B-4115-A85B-B3C826EB20E5}" destId="{E6E1DBE5-88A7-4945-88FD-B1517342C411}" srcOrd="0" destOrd="0" parTransId="{801C215F-CF49-449D-A5FA-F9A1843329DB}" sibTransId="{579E3D93-FD2D-488F-BECE-7226441BE3D1}"/>
    <dgm:cxn modelId="{82B28521-1396-4F5D-8AD3-3FA7699BC64D}" srcId="{CED18CAA-44F0-4316-9154-F96C688D590E}" destId="{69A45352-39A6-42E9-A17B-BE79DA39411F}" srcOrd="0" destOrd="0" parTransId="{9E2C471C-1C29-4033-8213-75048E7AB176}" sibTransId="{4F7BCB0F-EECB-462F-80D2-AC5D9B6F571A}"/>
    <dgm:cxn modelId="{A5D34D2A-10C7-45F2-A94A-EBFB026E732F}" srcId="{EC9162CE-963B-453B-BD78-D09963344D06}" destId="{2D49E953-C9F0-4057-8112-6865715A0CB1}" srcOrd="0" destOrd="0" parTransId="{35048537-FE2B-4195-A040-CCC5D569AD8D}" sibTransId="{3FC4C174-A04D-40C5-9D83-5BA85B2B4D10}"/>
    <dgm:cxn modelId="{35A25036-0388-430D-B6F2-41CEAC217709}" type="presOf" srcId="{5A764400-A9AB-4A08-9F0B-CE426865D790}" destId="{871E0BDE-3986-42F9-AD30-BC12B9BE08FD}" srcOrd="0" destOrd="0" presId="urn:microsoft.com/office/officeart/2024/layout/BulletTimeline"/>
    <dgm:cxn modelId="{0BB0323C-2D01-4AA2-B9DD-BF93E61A83C5}" srcId="{756ABC60-8319-4522-8034-8455603426A0}" destId="{08ABE04C-C706-470F-B519-1A2DF4AABE88}" srcOrd="0" destOrd="0" parTransId="{EB0DCB6F-071E-4FC1-BEEF-AF810D435074}" sibTransId="{DF450BD5-A53D-4D70-9210-2C0F2C5094FD}"/>
    <dgm:cxn modelId="{41C5A566-3605-438D-B853-B4370A888686}" srcId="{756ABC60-8319-4522-8034-8455603426A0}" destId="{2C3870D1-CA79-445C-888D-816F7FA3F483}" srcOrd="2" destOrd="0" parTransId="{ADAE1109-3FBA-4D68-8725-699982296F88}" sibTransId="{FDAE7E57-E90B-483B-A025-CB511ABA4024}"/>
    <dgm:cxn modelId="{5C1F5B68-755C-4776-97D3-6F6A8E727F92}" srcId="{5A764400-A9AB-4A08-9F0B-CE426865D790}" destId="{09DDF2C0-E721-4F6F-BE75-BAAF785BE119}" srcOrd="0" destOrd="0" parTransId="{1F4A7516-2399-4EDC-BA84-7E96457EB927}" sibTransId="{0E2B518B-4D34-4E73-82B7-BD8853AA8A37}"/>
    <dgm:cxn modelId="{BD290449-E595-4059-A825-02ECFCF056FB}" srcId="{756ABC60-8319-4522-8034-8455603426A0}" destId="{56E30DA2-C19B-4115-A85B-B3C826EB20E5}" srcOrd="3" destOrd="0" parTransId="{7130D6C3-9575-4184-A15C-87FE441A30B1}" sibTransId="{06723FE0-722B-44A5-AFB8-A568FF9DEF68}"/>
    <dgm:cxn modelId="{2D60396B-6BC5-44B0-AB83-81D2F1198646}" srcId="{756ABC60-8319-4522-8034-8455603426A0}" destId="{5A764400-A9AB-4A08-9F0B-CE426865D790}" srcOrd="4" destOrd="0" parTransId="{EB50AD34-C06D-4107-B079-C4CE4E45C2BC}" sibTransId="{20B32103-BA78-4D24-9FCA-72D1907CE84C}"/>
    <dgm:cxn modelId="{CBB35E4D-231B-4FF0-BB68-982F1A241802}" type="presOf" srcId="{09DDF2C0-E721-4F6F-BE75-BAAF785BE119}" destId="{A1FB3CB3-5D23-4A4A-993D-3EC3D80500F9}" srcOrd="0" destOrd="0" presId="urn:microsoft.com/office/officeart/2024/layout/BulletTimeline"/>
    <dgm:cxn modelId="{E4134C7A-CCA2-436E-A419-30B626F88FE8}" srcId="{2C3870D1-CA79-445C-888D-816F7FA3F483}" destId="{877AD502-2CF3-41E4-A249-7EA23A8215B3}" srcOrd="0" destOrd="0" parTransId="{A31655A2-72F4-4535-827B-0FD30A7FB94E}" sibTransId="{B32E9E2D-7BDD-4EF6-8863-66FA9EFE2BFB}"/>
    <dgm:cxn modelId="{CE27687E-DCB3-4D14-8BF8-6F40E769DD92}" srcId="{08ABE04C-C706-470F-B519-1A2DF4AABE88}" destId="{4B17C57D-3192-41EF-88AB-F58D68785AEB}" srcOrd="0" destOrd="0" parTransId="{25FEFBE0-188D-4289-B769-3235392B95AA}" sibTransId="{DAA7E6F6-66E1-470E-A987-3367CA02A46D}"/>
    <dgm:cxn modelId="{CF9BD284-34AA-4505-814B-A1C2B7333A41}" type="presOf" srcId="{08ABE04C-C706-470F-B519-1A2DF4AABE88}" destId="{98BA85E8-25C2-47CF-B479-BBFC2EDBEF06}" srcOrd="0" destOrd="0" presId="urn:microsoft.com/office/officeart/2024/layout/BulletTimeline"/>
    <dgm:cxn modelId="{107D3986-F313-4C09-926D-DECEDD16DE29}" type="presOf" srcId="{EC9162CE-963B-453B-BD78-D09963344D06}" destId="{8B297C76-6242-4D7A-AB22-EDD7A5B33808}" srcOrd="0" destOrd="0" presId="urn:microsoft.com/office/officeart/2024/layout/BulletTimeline"/>
    <dgm:cxn modelId="{F07E90AF-BB37-4121-A883-1BE5B640263B}" srcId="{756ABC60-8319-4522-8034-8455603426A0}" destId="{CED18CAA-44F0-4316-9154-F96C688D590E}" srcOrd="1" destOrd="0" parTransId="{02D1668D-80F8-40FA-9E7B-373F3F7EBF11}" sibTransId="{0FEB2E2F-9E62-4FF6-99D2-CB81B27D4CEA}"/>
    <dgm:cxn modelId="{806BD8BB-8E68-4725-9CF5-2C490DAFA9F0}" type="presOf" srcId="{756ABC60-8319-4522-8034-8455603426A0}" destId="{52D760CE-7A9C-46C0-8156-DBAF5D1A802E}" srcOrd="0" destOrd="0" presId="urn:microsoft.com/office/officeart/2024/layout/BulletTimeline"/>
    <dgm:cxn modelId="{D4672ACC-3318-439C-9BA8-606010916801}" type="presOf" srcId="{2D49E953-C9F0-4057-8112-6865715A0CB1}" destId="{B68A077D-3E62-4E42-ADA6-BE572698C8F0}" srcOrd="0" destOrd="0" presId="urn:microsoft.com/office/officeart/2024/layout/BulletTimeline"/>
    <dgm:cxn modelId="{AADF02CF-CA38-4758-86A6-FA5DED4CBF50}" type="presOf" srcId="{2C3870D1-CA79-445C-888D-816F7FA3F483}" destId="{24806DA8-0129-44C1-8BB2-BF5C7CC5F858}" srcOrd="0" destOrd="0" presId="urn:microsoft.com/office/officeart/2024/layout/BulletTimeline"/>
    <dgm:cxn modelId="{99F79FDA-4203-49A1-9F64-B68F0C7FF5F6}" srcId="{756ABC60-8319-4522-8034-8455603426A0}" destId="{EC9162CE-963B-453B-BD78-D09963344D06}" srcOrd="5" destOrd="0" parTransId="{244C366F-45F9-4514-A9BA-EF453471C287}" sibTransId="{06CF21C5-EBC7-4637-93FC-D16F33C3B775}"/>
    <dgm:cxn modelId="{AE35EFE1-EFEB-4697-894B-06C0B5E11E2C}" type="presOf" srcId="{E6E1DBE5-88A7-4945-88FD-B1517342C411}" destId="{729B178F-005E-4721-B90A-AA8745806210}" srcOrd="0" destOrd="0" presId="urn:microsoft.com/office/officeart/2024/layout/BulletTimeline"/>
    <dgm:cxn modelId="{CB50DCE9-7398-4092-8BC6-E4521E2A6CB7}" type="presOf" srcId="{877AD502-2CF3-41E4-A249-7EA23A8215B3}" destId="{BF204FB9-5F4E-46DC-9F79-E0B582790B77}" srcOrd="0" destOrd="0" presId="urn:microsoft.com/office/officeart/2024/layout/BulletTimeline"/>
    <dgm:cxn modelId="{B1ADD3EE-0A71-40E8-80E4-387054850C75}" type="presOf" srcId="{69A45352-39A6-42E9-A17B-BE79DA39411F}" destId="{87C34357-870F-4A6F-BC10-F0E08BE9C211}" srcOrd="0" destOrd="0" presId="urn:microsoft.com/office/officeart/2024/layout/BulletTimeline"/>
    <dgm:cxn modelId="{74DE4BF3-D40C-47CD-AA3D-0235A266C5EF}" type="presOf" srcId="{4B17C57D-3192-41EF-88AB-F58D68785AEB}" destId="{A5099EE7-F2DF-4CA7-B5C0-C5069D45F2CF}" srcOrd="0" destOrd="0" presId="urn:microsoft.com/office/officeart/2024/layout/BulletTimeline"/>
    <dgm:cxn modelId="{936477BB-7A6B-445E-8A81-2FF3E23C8D0F}" type="presParOf" srcId="{52D760CE-7A9C-46C0-8156-DBAF5D1A802E}" destId="{3995B6C8-3F15-47C5-A599-EBAAB18D0683}" srcOrd="0" destOrd="0" presId="urn:microsoft.com/office/officeart/2024/layout/BulletTimeline"/>
    <dgm:cxn modelId="{AB562DC1-A87F-4578-B9BF-76AD58B49704}" type="presParOf" srcId="{3995B6C8-3F15-47C5-A599-EBAAB18D0683}" destId="{79F68D92-965F-4D02-982F-F0A7C7888167}" srcOrd="0" destOrd="0" presId="urn:microsoft.com/office/officeart/2024/layout/BulletTimeline"/>
    <dgm:cxn modelId="{9E17BB41-71BA-4E0C-886E-46472057FE96}" type="presParOf" srcId="{3995B6C8-3F15-47C5-A599-EBAAB18D0683}" destId="{5CE11476-68D5-4741-8314-065930F03543}" srcOrd="1" destOrd="0" presId="urn:microsoft.com/office/officeart/2024/layout/BulletTimeline"/>
    <dgm:cxn modelId="{14DB6C47-CBEE-479E-A28E-2475F0497C2D}" type="presParOf" srcId="{52D760CE-7A9C-46C0-8156-DBAF5D1A802E}" destId="{C88B17CA-2C74-43A6-A77B-AF3B5067CA80}" srcOrd="1" destOrd="0" presId="urn:microsoft.com/office/officeart/2024/layout/BulletTimeline"/>
    <dgm:cxn modelId="{A04445B6-1659-46CE-A2B6-3B4252E6184D}" type="presParOf" srcId="{C88B17CA-2C74-43A6-A77B-AF3B5067CA80}" destId="{63781120-4953-4654-83C5-66AD04987497}" srcOrd="0" destOrd="0" presId="urn:microsoft.com/office/officeart/2024/layout/BulletTimeline"/>
    <dgm:cxn modelId="{D1FC443B-CAB5-4E35-B179-92FB6B01EDBA}" type="presParOf" srcId="{63781120-4953-4654-83C5-66AD04987497}" destId="{ADCF9CBD-A39D-417E-930D-78DE2D294678}" srcOrd="0" destOrd="0" presId="urn:microsoft.com/office/officeart/2024/layout/BulletTimeline"/>
    <dgm:cxn modelId="{22B04FBE-5C24-4207-8EBB-4EFB4500499F}" type="presParOf" srcId="{ADCF9CBD-A39D-417E-930D-78DE2D294678}" destId="{A74A09B1-734B-452E-8557-6E1E82541E50}" srcOrd="0" destOrd="0" presId="urn:microsoft.com/office/officeart/2024/layout/BulletTimeline"/>
    <dgm:cxn modelId="{65B8AD51-3553-49E2-9531-CBBA88F3649D}" type="presParOf" srcId="{ADCF9CBD-A39D-417E-930D-78DE2D294678}" destId="{2BE31D69-0F55-4469-A96B-5766F93CB61B}" srcOrd="1" destOrd="0" presId="urn:microsoft.com/office/officeart/2024/layout/BulletTimeline"/>
    <dgm:cxn modelId="{728D40C8-E63F-471A-A39E-15E2CD3A63EB}" type="presParOf" srcId="{63781120-4953-4654-83C5-66AD04987497}" destId="{A5099EE7-F2DF-4CA7-B5C0-C5069D45F2CF}" srcOrd="1" destOrd="0" presId="urn:microsoft.com/office/officeart/2024/layout/BulletTimeline"/>
    <dgm:cxn modelId="{BC760FD3-AEB7-41B3-ACDD-8FA3FEE6E26D}" type="presParOf" srcId="{63781120-4953-4654-83C5-66AD04987497}" destId="{98BA85E8-25C2-47CF-B479-BBFC2EDBEF06}" srcOrd="2" destOrd="0" presId="urn:microsoft.com/office/officeart/2024/layout/BulletTimeline"/>
    <dgm:cxn modelId="{E9A49D73-02F1-4868-94EB-7128C7D553FA}" type="presParOf" srcId="{63781120-4953-4654-83C5-66AD04987497}" destId="{43AB9A8D-FBED-4542-9147-656766BEFEB3}" srcOrd="3" destOrd="0" presId="urn:microsoft.com/office/officeart/2024/layout/BulletTimeline"/>
    <dgm:cxn modelId="{F3C2F374-7BE3-4360-811C-0F411F086136}" type="presParOf" srcId="{63781120-4953-4654-83C5-66AD04987497}" destId="{0C42449E-0268-4DC2-9E39-736FF0CA74AE}" srcOrd="4" destOrd="0" presId="urn:microsoft.com/office/officeart/2024/layout/BulletTimeline"/>
    <dgm:cxn modelId="{E424FDCE-0D6B-4689-B84B-DE1D2A95F2E7}" type="presParOf" srcId="{0C42449E-0268-4DC2-9E39-736FF0CA74AE}" destId="{6BEDAD0F-C4BB-4105-8F5C-89526180EC00}" srcOrd="0" destOrd="0" presId="urn:microsoft.com/office/officeart/2024/layout/BulletTimeline"/>
    <dgm:cxn modelId="{D7DDAD9A-65EA-464E-9CBA-E84CB00FE186}" type="presParOf" srcId="{63781120-4953-4654-83C5-66AD04987497}" destId="{B47B8438-A200-4D19-AD23-760F3AFAE27B}" srcOrd="5" destOrd="0" presId="urn:microsoft.com/office/officeart/2024/layout/BulletTimeline"/>
    <dgm:cxn modelId="{11233A42-B77D-4A84-90D0-CC665503ED7B}" type="presParOf" srcId="{C88B17CA-2C74-43A6-A77B-AF3B5067CA80}" destId="{274AE508-0B06-42DF-9BD5-DEC6F6017E43}" srcOrd="1" destOrd="0" presId="urn:microsoft.com/office/officeart/2024/layout/BulletTimeline"/>
    <dgm:cxn modelId="{56741C3A-CFE9-4DC6-99E1-4CBA73237994}" type="presParOf" srcId="{C88B17CA-2C74-43A6-A77B-AF3B5067CA80}" destId="{1F999385-19F3-41BC-8375-DC00C725C3BC}" srcOrd="2" destOrd="0" presId="urn:microsoft.com/office/officeart/2024/layout/BulletTimeline"/>
    <dgm:cxn modelId="{6A115C3E-6FDB-42B3-9698-4BC057545A11}" type="presParOf" srcId="{1F999385-19F3-41BC-8375-DC00C725C3BC}" destId="{58B4738B-7D2C-4B10-988D-D4A30B49DD55}" srcOrd="0" destOrd="0" presId="urn:microsoft.com/office/officeart/2024/layout/BulletTimeline"/>
    <dgm:cxn modelId="{C55078CD-0464-47DA-9CFD-D6B4CCD2FAF1}" type="presParOf" srcId="{58B4738B-7D2C-4B10-988D-D4A30B49DD55}" destId="{578BB32C-A487-4496-B49D-63977D82E9CF}" srcOrd="0" destOrd="0" presId="urn:microsoft.com/office/officeart/2024/layout/BulletTimeline"/>
    <dgm:cxn modelId="{753539F3-AB97-4A69-9554-58AC3782447D}" type="presParOf" srcId="{58B4738B-7D2C-4B10-988D-D4A30B49DD55}" destId="{A8C3727E-B166-4847-9125-39168B197661}" srcOrd="1" destOrd="0" presId="urn:microsoft.com/office/officeart/2024/layout/BulletTimeline"/>
    <dgm:cxn modelId="{0C0C562D-7999-4FE3-AF91-62BD02BEEFE2}" type="presParOf" srcId="{1F999385-19F3-41BC-8375-DC00C725C3BC}" destId="{87C34357-870F-4A6F-BC10-F0E08BE9C211}" srcOrd="1" destOrd="0" presId="urn:microsoft.com/office/officeart/2024/layout/BulletTimeline"/>
    <dgm:cxn modelId="{631D076E-2165-44B1-8B0C-7D45C75848D0}" type="presParOf" srcId="{1F999385-19F3-41BC-8375-DC00C725C3BC}" destId="{0750F51D-7AD4-4DD9-B297-5A888CD297E0}" srcOrd="2" destOrd="0" presId="urn:microsoft.com/office/officeart/2024/layout/BulletTimeline"/>
    <dgm:cxn modelId="{376137B8-E18C-4CA4-94F6-628DE1F9464C}" type="presParOf" srcId="{1F999385-19F3-41BC-8375-DC00C725C3BC}" destId="{31121499-6D82-45D5-BDD7-A85FD24A59C8}" srcOrd="3" destOrd="0" presId="urn:microsoft.com/office/officeart/2024/layout/BulletTimeline"/>
    <dgm:cxn modelId="{11C02701-BBD9-4B9A-8A4F-8C0E3420CB05}" type="presParOf" srcId="{1F999385-19F3-41BC-8375-DC00C725C3BC}" destId="{5A6A619A-52C6-4561-A5E1-C49A428E7B14}" srcOrd="4" destOrd="0" presId="urn:microsoft.com/office/officeart/2024/layout/BulletTimeline"/>
    <dgm:cxn modelId="{4DBF0574-A58A-4CDD-A775-81BB88528352}" type="presParOf" srcId="{5A6A619A-52C6-4561-A5E1-C49A428E7B14}" destId="{190A611D-2DD8-4B2C-A798-53E6A4CDC978}" srcOrd="0" destOrd="0" presId="urn:microsoft.com/office/officeart/2024/layout/BulletTimeline"/>
    <dgm:cxn modelId="{9FEFEB54-0B38-43F1-A119-B2218ADE60CF}" type="presParOf" srcId="{1F999385-19F3-41BC-8375-DC00C725C3BC}" destId="{7E3985BD-F64F-4C2E-90FA-11F772DCC00A}" srcOrd="5" destOrd="0" presId="urn:microsoft.com/office/officeart/2024/layout/BulletTimeline"/>
    <dgm:cxn modelId="{DD0818FA-7FDD-45D7-A545-F76227E460E8}" type="presParOf" srcId="{C88B17CA-2C74-43A6-A77B-AF3B5067CA80}" destId="{09BF1A8B-37FC-4E2A-B57B-57A4669BC534}" srcOrd="3" destOrd="0" presId="urn:microsoft.com/office/officeart/2024/layout/BulletTimeline"/>
    <dgm:cxn modelId="{B555A275-4F90-4309-9239-9220FE527BB1}" type="presParOf" srcId="{C88B17CA-2C74-43A6-A77B-AF3B5067CA80}" destId="{F8FC850D-DB51-4290-A09B-B289A58EEB69}" srcOrd="4" destOrd="0" presId="urn:microsoft.com/office/officeart/2024/layout/BulletTimeline"/>
    <dgm:cxn modelId="{1D206E41-5F16-490D-B5CE-0664A1F3327D}" type="presParOf" srcId="{F8FC850D-DB51-4290-A09B-B289A58EEB69}" destId="{B2E1083A-13D3-43FF-9168-A4E9B3F5F33C}" srcOrd="0" destOrd="0" presId="urn:microsoft.com/office/officeart/2024/layout/BulletTimeline"/>
    <dgm:cxn modelId="{DFC02370-DBD1-4B64-AD58-ACEA49736349}" type="presParOf" srcId="{B2E1083A-13D3-43FF-9168-A4E9B3F5F33C}" destId="{4509ABEF-FC52-4EFC-86E1-ED5E2BF156B6}" srcOrd="0" destOrd="0" presId="urn:microsoft.com/office/officeart/2024/layout/BulletTimeline"/>
    <dgm:cxn modelId="{ACE5B687-436B-40F5-B90D-0CF2E0C78636}" type="presParOf" srcId="{B2E1083A-13D3-43FF-9168-A4E9B3F5F33C}" destId="{B16818B0-B908-47AC-84E1-4FCA2813B45E}" srcOrd="1" destOrd="0" presId="urn:microsoft.com/office/officeart/2024/layout/BulletTimeline"/>
    <dgm:cxn modelId="{B1B74165-42CA-4937-89F6-67864C4B1CC0}" type="presParOf" srcId="{F8FC850D-DB51-4290-A09B-B289A58EEB69}" destId="{BF204FB9-5F4E-46DC-9F79-E0B582790B77}" srcOrd="1" destOrd="0" presId="urn:microsoft.com/office/officeart/2024/layout/BulletTimeline"/>
    <dgm:cxn modelId="{7481BFC1-7526-40FD-9E1B-8F31A2A64ECC}" type="presParOf" srcId="{F8FC850D-DB51-4290-A09B-B289A58EEB69}" destId="{24806DA8-0129-44C1-8BB2-BF5C7CC5F858}" srcOrd="2" destOrd="0" presId="urn:microsoft.com/office/officeart/2024/layout/BulletTimeline"/>
    <dgm:cxn modelId="{EA065BA4-1631-44CD-B028-D28E3DFDD8F1}" type="presParOf" srcId="{F8FC850D-DB51-4290-A09B-B289A58EEB69}" destId="{34590A57-23A2-432D-ACAA-678935467A46}" srcOrd="3" destOrd="0" presId="urn:microsoft.com/office/officeart/2024/layout/BulletTimeline"/>
    <dgm:cxn modelId="{87ABE042-409E-4AF5-BBE3-1ECF2B4943BB}" type="presParOf" srcId="{F8FC850D-DB51-4290-A09B-B289A58EEB69}" destId="{A57824A5-B2DA-4DAF-8085-6B60DE52F340}" srcOrd="4" destOrd="0" presId="urn:microsoft.com/office/officeart/2024/layout/BulletTimeline"/>
    <dgm:cxn modelId="{73D6CF15-5472-4115-8AE9-237B5D522601}" type="presParOf" srcId="{A57824A5-B2DA-4DAF-8085-6B60DE52F340}" destId="{E2792331-90FE-4FF7-BD37-E4BC5682C7F6}" srcOrd="0" destOrd="0" presId="urn:microsoft.com/office/officeart/2024/layout/BulletTimeline"/>
    <dgm:cxn modelId="{BE5DBAC4-6CC9-4D9D-A02C-C1D30048BB19}" type="presParOf" srcId="{F8FC850D-DB51-4290-A09B-B289A58EEB69}" destId="{925E1219-7D6F-4211-B604-2A064A23D7A8}" srcOrd="5" destOrd="0" presId="urn:microsoft.com/office/officeart/2024/layout/BulletTimeline"/>
    <dgm:cxn modelId="{D44DFFFA-9355-4CAB-8ED5-5AB72B426705}" type="presParOf" srcId="{C88B17CA-2C74-43A6-A77B-AF3B5067CA80}" destId="{A3786AE7-5A08-414F-B41E-F7DA9F4565BD}" srcOrd="5" destOrd="0" presId="urn:microsoft.com/office/officeart/2024/layout/BulletTimeline"/>
    <dgm:cxn modelId="{BFC765B5-BB45-42F4-A960-0CD7A9B805C4}" type="presParOf" srcId="{C88B17CA-2C74-43A6-A77B-AF3B5067CA80}" destId="{ECC3F576-30AC-497A-992A-AA10EE892912}" srcOrd="6" destOrd="0" presId="urn:microsoft.com/office/officeart/2024/layout/BulletTimeline"/>
    <dgm:cxn modelId="{711912BC-B586-44EC-8B74-69C6FA06ADD4}" type="presParOf" srcId="{ECC3F576-30AC-497A-992A-AA10EE892912}" destId="{2F0C530B-400B-4DF7-9F8A-416ADFC9BAED}" srcOrd="0" destOrd="0" presId="urn:microsoft.com/office/officeart/2024/layout/BulletTimeline"/>
    <dgm:cxn modelId="{FC3D4BC8-F270-4200-B6B0-39FF5959BC10}" type="presParOf" srcId="{2F0C530B-400B-4DF7-9F8A-416ADFC9BAED}" destId="{77E458CB-A1D1-40BD-BBF5-BE2ABB79AA2C}" srcOrd="0" destOrd="0" presId="urn:microsoft.com/office/officeart/2024/layout/BulletTimeline"/>
    <dgm:cxn modelId="{3856E4F8-D904-4BBF-B60D-8FA2ED97AFAB}" type="presParOf" srcId="{2F0C530B-400B-4DF7-9F8A-416ADFC9BAED}" destId="{BC504583-AEA9-4CA9-BA3C-D9D82BB6E0B9}" srcOrd="1" destOrd="0" presId="urn:microsoft.com/office/officeart/2024/layout/BulletTimeline"/>
    <dgm:cxn modelId="{1D7A4079-BABB-4099-8D87-FE49F59442B0}" type="presParOf" srcId="{ECC3F576-30AC-497A-992A-AA10EE892912}" destId="{729B178F-005E-4721-B90A-AA8745806210}" srcOrd="1" destOrd="0" presId="urn:microsoft.com/office/officeart/2024/layout/BulletTimeline"/>
    <dgm:cxn modelId="{D367C1A8-9A9C-4E2D-B108-6BAF2DCA8C01}" type="presParOf" srcId="{ECC3F576-30AC-497A-992A-AA10EE892912}" destId="{7F12CD0C-5555-4C56-87C2-332211A5179F}" srcOrd="2" destOrd="0" presId="urn:microsoft.com/office/officeart/2024/layout/BulletTimeline"/>
    <dgm:cxn modelId="{6D8B927A-1B09-4592-BFAE-CF9D7DAC080E}" type="presParOf" srcId="{ECC3F576-30AC-497A-992A-AA10EE892912}" destId="{ACCF87FA-4C8B-4582-BB39-FDCE19C9EC67}" srcOrd="3" destOrd="0" presId="urn:microsoft.com/office/officeart/2024/layout/BulletTimeline"/>
    <dgm:cxn modelId="{6B7E96E3-B8B9-4769-B91C-5918A1EF90F4}" type="presParOf" srcId="{ECC3F576-30AC-497A-992A-AA10EE892912}" destId="{6596D260-2C75-4A17-B73D-D8089075B0F6}" srcOrd="4" destOrd="0" presId="urn:microsoft.com/office/officeart/2024/layout/BulletTimeline"/>
    <dgm:cxn modelId="{BE3FE336-B4AA-46C4-AFFE-BB47B5C708AA}" type="presParOf" srcId="{6596D260-2C75-4A17-B73D-D8089075B0F6}" destId="{26E2A066-954B-4DC0-A934-416B5D36D24C}" srcOrd="0" destOrd="0" presId="urn:microsoft.com/office/officeart/2024/layout/BulletTimeline"/>
    <dgm:cxn modelId="{C901D50E-9ADE-4956-BE33-12D7ABA5A6C1}" type="presParOf" srcId="{ECC3F576-30AC-497A-992A-AA10EE892912}" destId="{23D59ABC-3306-4D9F-83CF-4C9048A9AC1B}" srcOrd="5" destOrd="0" presId="urn:microsoft.com/office/officeart/2024/layout/BulletTimeline"/>
    <dgm:cxn modelId="{839B7157-040F-495B-8E5A-C1A9C6C6BB49}" type="presParOf" srcId="{C88B17CA-2C74-43A6-A77B-AF3B5067CA80}" destId="{6AFD7020-EFAB-4386-AB70-F87CB9FAFB90}" srcOrd="7" destOrd="0" presId="urn:microsoft.com/office/officeart/2024/layout/BulletTimeline"/>
    <dgm:cxn modelId="{EEE3F395-779F-425D-9909-4083393DA556}" type="presParOf" srcId="{C88B17CA-2C74-43A6-A77B-AF3B5067CA80}" destId="{1B28F8A7-B86A-4482-8F1F-D39498208F0C}" srcOrd="8" destOrd="0" presId="urn:microsoft.com/office/officeart/2024/layout/BulletTimeline"/>
    <dgm:cxn modelId="{ACAF0987-252A-4F16-9DB1-FC1BFD609030}" type="presParOf" srcId="{1B28F8A7-B86A-4482-8F1F-D39498208F0C}" destId="{DEA3DE71-2C63-43E2-8691-FD164303320D}" srcOrd="0" destOrd="0" presId="urn:microsoft.com/office/officeart/2024/layout/BulletTimeline"/>
    <dgm:cxn modelId="{F0D9CEC4-6FDF-40AA-BF4A-A1E0F9609E17}" type="presParOf" srcId="{DEA3DE71-2C63-43E2-8691-FD164303320D}" destId="{E689AEFD-D72F-48DA-BA84-E4A2F5906BD4}" srcOrd="0" destOrd="0" presId="urn:microsoft.com/office/officeart/2024/layout/BulletTimeline"/>
    <dgm:cxn modelId="{26E1631F-DECB-4135-AEE7-BCD7F72B36EA}" type="presParOf" srcId="{DEA3DE71-2C63-43E2-8691-FD164303320D}" destId="{DA9808D8-341C-41C0-A153-6B30AA0020A3}" srcOrd="1" destOrd="0" presId="urn:microsoft.com/office/officeart/2024/layout/BulletTimeline"/>
    <dgm:cxn modelId="{42DFA324-04F3-470D-B810-CB1CFFF00D9B}" type="presParOf" srcId="{1B28F8A7-B86A-4482-8F1F-D39498208F0C}" destId="{A1FB3CB3-5D23-4A4A-993D-3EC3D80500F9}" srcOrd="1" destOrd="0" presId="urn:microsoft.com/office/officeart/2024/layout/BulletTimeline"/>
    <dgm:cxn modelId="{34B19B96-0305-499F-86EB-42C0F6BD5E57}" type="presParOf" srcId="{1B28F8A7-B86A-4482-8F1F-D39498208F0C}" destId="{871E0BDE-3986-42F9-AD30-BC12B9BE08FD}" srcOrd="2" destOrd="0" presId="urn:microsoft.com/office/officeart/2024/layout/BulletTimeline"/>
    <dgm:cxn modelId="{93E78C18-FBE8-4427-B031-B593D7CB1503}" type="presParOf" srcId="{1B28F8A7-B86A-4482-8F1F-D39498208F0C}" destId="{B4FEC6E0-85D0-40E4-8D16-61BD22E4F8E9}" srcOrd="3" destOrd="0" presId="urn:microsoft.com/office/officeart/2024/layout/BulletTimeline"/>
    <dgm:cxn modelId="{C25BBBEA-0404-4C9B-96DC-6264CF84DC80}" type="presParOf" srcId="{1B28F8A7-B86A-4482-8F1F-D39498208F0C}" destId="{E954A6DE-AF90-41AC-997D-47DFA32896E7}" srcOrd="4" destOrd="0" presId="urn:microsoft.com/office/officeart/2024/layout/BulletTimeline"/>
    <dgm:cxn modelId="{A47BFD43-FE3C-4335-9516-EDD0CBED27E7}" type="presParOf" srcId="{E954A6DE-AF90-41AC-997D-47DFA32896E7}" destId="{1391E2C3-4798-41FF-B712-DF02E5A044B0}" srcOrd="0" destOrd="0" presId="urn:microsoft.com/office/officeart/2024/layout/BulletTimeline"/>
    <dgm:cxn modelId="{71E26D37-B752-4BDA-B88B-7C7044176225}" type="presParOf" srcId="{1B28F8A7-B86A-4482-8F1F-D39498208F0C}" destId="{24B80128-82F1-45CA-99CE-D0EC7EE82811}" srcOrd="5" destOrd="0" presId="urn:microsoft.com/office/officeart/2024/layout/BulletTimeline"/>
    <dgm:cxn modelId="{B448F7CB-B616-4B7D-9795-BBA4AADA2033}" type="presParOf" srcId="{C88B17CA-2C74-43A6-A77B-AF3B5067CA80}" destId="{94545B38-AEB2-49D9-9430-B37C602917B0}" srcOrd="9" destOrd="0" presId="urn:microsoft.com/office/officeart/2024/layout/BulletTimeline"/>
    <dgm:cxn modelId="{09FFB227-F91A-414C-B885-7E0D31A8F137}" type="presParOf" srcId="{C88B17CA-2C74-43A6-A77B-AF3B5067CA80}" destId="{93A57BB2-C436-423D-871A-234AED436BD7}" srcOrd="10" destOrd="0" presId="urn:microsoft.com/office/officeart/2024/layout/BulletTimeline"/>
    <dgm:cxn modelId="{93650C71-7762-4F80-BDE6-C3974943310B}" type="presParOf" srcId="{93A57BB2-C436-423D-871A-234AED436BD7}" destId="{DBE76FC6-C004-40F1-9325-5E9C15D7338A}" srcOrd="0" destOrd="0" presId="urn:microsoft.com/office/officeart/2024/layout/BulletTimeline"/>
    <dgm:cxn modelId="{9427E806-3A31-4AE1-96AE-1F97CD15FE22}" type="presParOf" srcId="{DBE76FC6-C004-40F1-9325-5E9C15D7338A}" destId="{6691A1E1-7B60-4F46-ADA5-38A23E7DA549}" srcOrd="0" destOrd="0" presId="urn:microsoft.com/office/officeart/2024/layout/BulletTimeline"/>
    <dgm:cxn modelId="{40F28709-7AE5-449A-9BD2-B2DA38030FDA}" type="presParOf" srcId="{DBE76FC6-C004-40F1-9325-5E9C15D7338A}" destId="{BB506D86-EDDB-4058-9367-6F9D25ADE96D}" srcOrd="1" destOrd="0" presId="urn:microsoft.com/office/officeart/2024/layout/BulletTimeline"/>
    <dgm:cxn modelId="{72AF73D7-56A0-46DD-AC63-E56533961CE5}" type="presParOf" srcId="{93A57BB2-C436-423D-871A-234AED436BD7}" destId="{B68A077D-3E62-4E42-ADA6-BE572698C8F0}" srcOrd="1" destOrd="0" presId="urn:microsoft.com/office/officeart/2024/layout/BulletTimeline"/>
    <dgm:cxn modelId="{DAD792C7-5C46-4A4B-9402-2FFCD0CAB646}" type="presParOf" srcId="{93A57BB2-C436-423D-871A-234AED436BD7}" destId="{8B297C76-6242-4D7A-AB22-EDD7A5B33808}" srcOrd="2" destOrd="0" presId="urn:microsoft.com/office/officeart/2024/layout/BulletTimeline"/>
    <dgm:cxn modelId="{17FF688F-193C-4A56-829F-74047CD74579}" type="presParOf" srcId="{93A57BB2-C436-423D-871A-234AED436BD7}" destId="{BDBE746E-0E1D-4987-ACE4-ED73A0918D36}" srcOrd="3" destOrd="0" presId="urn:microsoft.com/office/officeart/2024/layout/BulletTimeline"/>
    <dgm:cxn modelId="{81ED632E-C9D9-4AC0-AEA2-68D31D26E40E}" type="presParOf" srcId="{93A57BB2-C436-423D-871A-234AED436BD7}" destId="{37781EB0-FFBA-4D74-880B-94A85FBBB19A}" srcOrd="4" destOrd="0" presId="urn:microsoft.com/office/officeart/2024/layout/BulletTimeline"/>
    <dgm:cxn modelId="{A5E0B22B-EFF1-4215-9BE2-F2C9A5F5FAB1}" type="presParOf" srcId="{37781EB0-FFBA-4D74-880B-94A85FBBB19A}" destId="{09257D41-98DE-472A-B998-376A4ED4DCC7}" srcOrd="0" destOrd="0" presId="urn:microsoft.com/office/officeart/2024/layout/BulletTimeline"/>
    <dgm:cxn modelId="{6A5FAEF2-4CFE-49B1-AD91-B57D3CCBBA04}" type="presParOf" srcId="{93A57BB2-C436-423D-871A-234AED436BD7}" destId="{59BE6893-50E7-4A31-853F-63372CEE54E2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chemeClr val="accent6">
            <a:lumMod val="50000"/>
          </a:schemeClr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chemeClr val="accent6">
            <a:lumMod val="50000"/>
          </a:schemeClr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>
        <a:solidFill>
          <a:srgbClr val="184C1E"/>
        </a:solidFill>
      </dgm:spPr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>
        <a:solidFill>
          <a:srgbClr val="184C1E"/>
        </a:solidFill>
      </dgm:spPr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>
        <a:solidFill>
          <a:srgbClr val="184C1E"/>
        </a:solidFill>
      </dgm:spPr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>
        <a:solidFill>
          <a:srgbClr val="184C1E"/>
        </a:solidFill>
      </dgm:spPr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/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/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B707ED8-E0DD-44BF-B950-0A60002360BC}" type="doc">
      <dgm:prSet loTypeId="urn:microsoft.com/office/officeart/2005/8/layout/chevron1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E0822B4-3A5D-45B8-98FF-3D3AFBE4BC4D}">
      <dgm:prSet phldrT="[Testo]" phldr="0"/>
      <dgm:spPr>
        <a:solidFill>
          <a:srgbClr val="70AD47"/>
        </a:solidFill>
        <a:ln w="12700">
          <a:solidFill>
            <a:schemeClr val="bg1"/>
          </a:solidFill>
        </a:ln>
      </dgm:spPr>
      <dgm:t>
        <a:bodyPr/>
        <a:lstStyle/>
        <a:p>
          <a:r>
            <a:rPr lang="it-IT" b="1"/>
            <a:t>Introduzione</a:t>
          </a:r>
        </a:p>
      </dgm:t>
    </dgm:pt>
    <dgm:pt modelId="{6200FA3E-9972-4951-AC97-76CB14260A6F}" type="parTrans" cxnId="{98D4E4D6-3DDE-46B8-AF2C-7F0DBC6D1CD8}">
      <dgm:prSet/>
      <dgm:spPr/>
      <dgm:t>
        <a:bodyPr/>
        <a:lstStyle/>
        <a:p>
          <a:endParaRPr lang="it-IT"/>
        </a:p>
      </dgm:t>
    </dgm:pt>
    <dgm:pt modelId="{ADC844B0-17CB-4E91-8E7F-02D149850E3C}" type="sibTrans" cxnId="{98D4E4D6-3DDE-46B8-AF2C-7F0DBC6D1CD8}">
      <dgm:prSet/>
      <dgm:spPr/>
      <dgm:t>
        <a:bodyPr/>
        <a:lstStyle/>
        <a:p>
          <a:endParaRPr lang="it-IT"/>
        </a:p>
      </dgm:t>
    </dgm:pt>
    <dgm:pt modelId="{77CBFE9F-93EA-4AD4-87AA-42ED48F967D6}">
      <dgm:prSet phldrT="[Testo]" phldr="0"/>
      <dgm:spPr/>
      <dgm:t>
        <a:bodyPr/>
        <a:lstStyle/>
        <a:p>
          <a:r>
            <a:rPr lang="it-IT" b="1"/>
            <a:t>Architettura</a:t>
          </a:r>
        </a:p>
      </dgm:t>
    </dgm:pt>
    <dgm:pt modelId="{43C3FCCF-8902-4C4B-8980-27CC22A287B4}" type="parTrans" cxnId="{604D563B-3962-4FC0-A93C-7503F78634FA}">
      <dgm:prSet/>
      <dgm:spPr/>
      <dgm:t>
        <a:bodyPr/>
        <a:lstStyle/>
        <a:p>
          <a:endParaRPr lang="it-IT"/>
        </a:p>
      </dgm:t>
    </dgm:pt>
    <dgm:pt modelId="{3167325A-9BA6-41D9-BF23-5AA44B84E96F}" type="sibTrans" cxnId="{604D563B-3962-4FC0-A93C-7503F78634FA}">
      <dgm:prSet/>
      <dgm:spPr/>
      <dgm:t>
        <a:bodyPr/>
        <a:lstStyle/>
        <a:p>
          <a:endParaRPr lang="it-IT"/>
        </a:p>
      </dgm:t>
    </dgm:pt>
    <dgm:pt modelId="{E1F57571-7477-466E-B217-E955B819CD23}">
      <dgm:prSet phldrT="[Testo]"/>
      <dgm:spPr/>
      <dgm:t>
        <a:bodyPr/>
        <a:lstStyle/>
        <a:p>
          <a:r>
            <a:rPr lang="it-IT" b="1"/>
            <a:t>Query</a:t>
          </a:r>
        </a:p>
      </dgm:t>
    </dgm:pt>
    <dgm:pt modelId="{AC618AE3-B755-4CC6-901D-FD8B2E547BF0}" type="parTrans" cxnId="{24AC3F9F-17DC-473F-B40A-777DF14A1A8B}">
      <dgm:prSet/>
      <dgm:spPr/>
      <dgm:t>
        <a:bodyPr/>
        <a:lstStyle/>
        <a:p>
          <a:endParaRPr lang="it-IT"/>
        </a:p>
      </dgm:t>
    </dgm:pt>
    <dgm:pt modelId="{92FDD96B-D1E8-4572-A033-A440A0726885}" type="sibTrans" cxnId="{24AC3F9F-17DC-473F-B40A-777DF14A1A8B}">
      <dgm:prSet/>
      <dgm:spPr/>
      <dgm:t>
        <a:bodyPr/>
        <a:lstStyle/>
        <a:p>
          <a:endParaRPr lang="it-IT"/>
        </a:p>
      </dgm:t>
    </dgm:pt>
    <dgm:pt modelId="{5EA8C5DD-A9F4-4ADB-A965-AB296C8C612F}">
      <dgm:prSet phldrT="[Testo]" phldr="0"/>
      <dgm:spPr>
        <a:solidFill>
          <a:srgbClr val="70AD47"/>
        </a:solidFill>
      </dgm:spPr>
      <dgm:t>
        <a:bodyPr/>
        <a:lstStyle/>
        <a:p>
          <a:r>
            <a:rPr lang="it-IT" b="1"/>
            <a:t>Analisi</a:t>
          </a:r>
          <a:r>
            <a:rPr lang="it-IT"/>
            <a:t> </a:t>
          </a:r>
          <a:r>
            <a:rPr lang="it-IT" b="1"/>
            <a:t>delle</a:t>
          </a:r>
          <a:r>
            <a:rPr lang="it-IT"/>
            <a:t> </a:t>
          </a:r>
          <a:r>
            <a:rPr lang="it-IT" b="1"/>
            <a:t>prestazioni</a:t>
          </a:r>
        </a:p>
      </dgm:t>
    </dgm:pt>
    <dgm:pt modelId="{D76B41DC-B70F-493C-973F-5914047B5A7B}" type="parTrans" cxnId="{368794A0-060B-42FB-9039-BE96C1590A4C}">
      <dgm:prSet/>
      <dgm:spPr/>
      <dgm:t>
        <a:bodyPr/>
        <a:lstStyle/>
        <a:p>
          <a:endParaRPr lang="it-IT"/>
        </a:p>
      </dgm:t>
    </dgm:pt>
    <dgm:pt modelId="{CAE7ADEF-E3CB-4DAE-9597-D5E2ACEE903B}" type="sibTrans" cxnId="{368794A0-060B-42FB-9039-BE96C1590A4C}">
      <dgm:prSet/>
      <dgm:spPr/>
      <dgm:t>
        <a:bodyPr/>
        <a:lstStyle/>
        <a:p>
          <a:endParaRPr lang="it-IT"/>
        </a:p>
      </dgm:t>
    </dgm:pt>
    <dgm:pt modelId="{158147D2-C5A3-4DC8-87FE-91208DAF452E}">
      <dgm:prSet phldrT="[Testo]" phldr="0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it-IT" b="1"/>
            <a:t>Conclusioni</a:t>
          </a:r>
        </a:p>
      </dgm:t>
    </dgm:pt>
    <dgm:pt modelId="{BCDE1524-8548-432F-8357-E405889ACA00}" type="parTrans" cxnId="{859BF8E8-D547-4F5A-AFB6-58F82295DB87}">
      <dgm:prSet/>
      <dgm:spPr/>
      <dgm:t>
        <a:bodyPr/>
        <a:lstStyle/>
        <a:p>
          <a:endParaRPr lang="it-IT"/>
        </a:p>
      </dgm:t>
    </dgm:pt>
    <dgm:pt modelId="{35D01A9E-D2D2-48A3-89A4-E02797D709D7}" type="sibTrans" cxnId="{859BF8E8-D547-4F5A-AFB6-58F82295DB87}">
      <dgm:prSet/>
      <dgm:spPr/>
      <dgm:t>
        <a:bodyPr/>
        <a:lstStyle/>
        <a:p>
          <a:endParaRPr lang="it-IT"/>
        </a:p>
      </dgm:t>
    </dgm:pt>
    <dgm:pt modelId="{CCF0E9A4-5D5D-4342-8702-32BB0D04764D}">
      <dgm:prSet phldrT="[Testo]"/>
      <dgm:spPr/>
      <dgm:t>
        <a:bodyPr/>
        <a:lstStyle/>
        <a:p>
          <a:r>
            <a:rPr lang="it-IT" b="1"/>
            <a:t>Risultati</a:t>
          </a:r>
        </a:p>
      </dgm:t>
    </dgm:pt>
    <dgm:pt modelId="{91B361BF-DF61-451A-BC6C-4EC9BC8DF8BE}" type="parTrans" cxnId="{ACE717A7-5971-4A8A-9A98-C65A6DA11570}">
      <dgm:prSet/>
      <dgm:spPr/>
      <dgm:t>
        <a:bodyPr/>
        <a:lstStyle/>
        <a:p>
          <a:endParaRPr lang="it-IT"/>
        </a:p>
      </dgm:t>
    </dgm:pt>
    <dgm:pt modelId="{C025F04F-D02D-4810-82BB-42919080589C}" type="sibTrans" cxnId="{ACE717A7-5971-4A8A-9A98-C65A6DA11570}">
      <dgm:prSet/>
      <dgm:spPr/>
      <dgm:t>
        <a:bodyPr/>
        <a:lstStyle/>
        <a:p>
          <a:endParaRPr lang="it-IT"/>
        </a:p>
      </dgm:t>
    </dgm:pt>
    <dgm:pt modelId="{D8DCCF85-A315-4477-B61C-797F23DF2258}" type="pres">
      <dgm:prSet presAssocID="{5B707ED8-E0DD-44BF-B950-0A60002360BC}" presName="Name0" presStyleCnt="0">
        <dgm:presLayoutVars>
          <dgm:dir/>
          <dgm:animLvl val="lvl"/>
          <dgm:resizeHandles val="exact"/>
        </dgm:presLayoutVars>
      </dgm:prSet>
      <dgm:spPr/>
    </dgm:pt>
    <dgm:pt modelId="{60117214-6A65-4EA4-AC1A-5C524FC3DC92}" type="pres">
      <dgm:prSet presAssocID="{1E0822B4-3A5D-45B8-98FF-3D3AFBE4BC4D}" presName="parTxOnly" presStyleLbl="node1" presStyleIdx="0" presStyleCnt="6" custLinFactNeighborX="-5241">
        <dgm:presLayoutVars>
          <dgm:chMax val="0"/>
          <dgm:chPref val="0"/>
          <dgm:bulletEnabled val="1"/>
        </dgm:presLayoutVars>
      </dgm:prSet>
      <dgm:spPr/>
    </dgm:pt>
    <dgm:pt modelId="{9412D456-68AA-4650-9FF3-0A2DF2E5E604}" type="pres">
      <dgm:prSet presAssocID="{ADC844B0-17CB-4E91-8E7F-02D149850E3C}" presName="parTxOnlySpace" presStyleCnt="0"/>
      <dgm:spPr/>
    </dgm:pt>
    <dgm:pt modelId="{4034BB29-4ABE-4001-99CF-7B76549418BF}" type="pres">
      <dgm:prSet presAssocID="{77CBFE9F-93EA-4AD4-87AA-42ED48F967D6}" presName="parTxOnly" presStyleLbl="node1" presStyleIdx="1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44F78CD9-1CB0-422A-88C2-F220B37E2451}" type="pres">
      <dgm:prSet presAssocID="{3167325A-9BA6-41D9-BF23-5AA44B84E96F}" presName="parTxOnlySpace" presStyleCnt="0"/>
      <dgm:spPr/>
    </dgm:pt>
    <dgm:pt modelId="{C260767E-97DC-4B73-B33E-6C2613EF147B}" type="pres">
      <dgm:prSet presAssocID="{E1F57571-7477-466E-B217-E955B819CD23}" presName="parTxOnly" presStyleLbl="node1" presStyleIdx="2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DCF4C93C-5366-4E27-8904-6A18A854E625}" type="pres">
      <dgm:prSet presAssocID="{92FDD96B-D1E8-4572-A033-A440A0726885}" presName="parTxOnlySpace" presStyleCnt="0"/>
      <dgm:spPr/>
    </dgm:pt>
    <dgm:pt modelId="{82C7D24B-BFA5-4965-A568-417C4D21A36E}" type="pres">
      <dgm:prSet presAssocID="{CCF0E9A4-5D5D-4342-8702-32BB0D04764D}" presName="parTxOnly" presStyleLbl="node1" presStyleIdx="3" presStyleCnt="6" custLinFactNeighborX="-9416">
        <dgm:presLayoutVars>
          <dgm:chMax val="0"/>
          <dgm:chPref val="0"/>
          <dgm:bulletEnabled val="1"/>
        </dgm:presLayoutVars>
      </dgm:prSet>
      <dgm:spPr/>
    </dgm:pt>
    <dgm:pt modelId="{E237B71B-557E-4270-85EB-BEA5D33F2ADD}" type="pres">
      <dgm:prSet presAssocID="{C025F04F-D02D-4810-82BB-42919080589C}" presName="parTxOnlySpace" presStyleCnt="0"/>
      <dgm:spPr/>
    </dgm:pt>
    <dgm:pt modelId="{E0C86827-89E8-4B45-85F1-8FEB0129865E}" type="pres">
      <dgm:prSet presAssocID="{5EA8C5DD-A9F4-4ADB-A965-AB296C8C612F}" presName="parTxOnly" presStyleLbl="node1" presStyleIdx="4" presStyleCnt="6" custLinFactNeighborX="-28819">
        <dgm:presLayoutVars>
          <dgm:chMax val="0"/>
          <dgm:chPref val="0"/>
          <dgm:bulletEnabled val="1"/>
        </dgm:presLayoutVars>
      </dgm:prSet>
      <dgm:spPr/>
    </dgm:pt>
    <dgm:pt modelId="{CCC97ABA-AFF3-442E-AE41-FAD00938DADE}" type="pres">
      <dgm:prSet presAssocID="{CAE7ADEF-E3CB-4DAE-9597-D5E2ACEE903B}" presName="parTxOnlySpace" presStyleCnt="0"/>
      <dgm:spPr/>
    </dgm:pt>
    <dgm:pt modelId="{DBD2EDCF-6CED-4162-997E-D5E08F9F54AD}" type="pres">
      <dgm:prSet presAssocID="{158147D2-C5A3-4DC8-87FE-91208DAF452E}" presName="parTxOnly" presStyleLbl="node1" presStyleIdx="5" presStyleCnt="6" custLinFactNeighborX="-11436">
        <dgm:presLayoutVars>
          <dgm:chMax val="0"/>
          <dgm:chPref val="0"/>
          <dgm:bulletEnabled val="1"/>
        </dgm:presLayoutVars>
      </dgm:prSet>
      <dgm:spPr/>
    </dgm:pt>
  </dgm:ptLst>
  <dgm:cxnLst>
    <dgm:cxn modelId="{1AB6611B-66E7-4E32-887E-434E159FF049}" type="presOf" srcId="{77CBFE9F-93EA-4AD4-87AA-42ED48F967D6}" destId="{4034BB29-4ABE-4001-99CF-7B76549418BF}" srcOrd="0" destOrd="0" presId="urn:microsoft.com/office/officeart/2005/8/layout/chevron1"/>
    <dgm:cxn modelId="{77D7A434-D682-4976-AD4C-4D3D0A641452}" type="presOf" srcId="{1E0822B4-3A5D-45B8-98FF-3D3AFBE4BC4D}" destId="{60117214-6A65-4EA4-AC1A-5C524FC3DC92}" srcOrd="0" destOrd="0" presId="urn:microsoft.com/office/officeart/2005/8/layout/chevron1"/>
    <dgm:cxn modelId="{604D563B-3962-4FC0-A93C-7503F78634FA}" srcId="{5B707ED8-E0DD-44BF-B950-0A60002360BC}" destId="{77CBFE9F-93EA-4AD4-87AA-42ED48F967D6}" srcOrd="1" destOrd="0" parTransId="{43C3FCCF-8902-4C4B-8980-27CC22A287B4}" sibTransId="{3167325A-9BA6-41D9-BF23-5AA44B84E96F}"/>
    <dgm:cxn modelId="{7E682C71-7E9A-431A-B2F9-6C6FA9B142B6}" type="presOf" srcId="{E1F57571-7477-466E-B217-E955B819CD23}" destId="{C260767E-97DC-4B73-B33E-6C2613EF147B}" srcOrd="0" destOrd="0" presId="urn:microsoft.com/office/officeart/2005/8/layout/chevron1"/>
    <dgm:cxn modelId="{3F037198-75B0-40F6-939A-E26EECDA7E68}" type="presOf" srcId="{5B707ED8-E0DD-44BF-B950-0A60002360BC}" destId="{D8DCCF85-A315-4477-B61C-797F23DF2258}" srcOrd="0" destOrd="0" presId="urn:microsoft.com/office/officeart/2005/8/layout/chevron1"/>
    <dgm:cxn modelId="{24AC3F9F-17DC-473F-B40A-777DF14A1A8B}" srcId="{5B707ED8-E0DD-44BF-B950-0A60002360BC}" destId="{E1F57571-7477-466E-B217-E955B819CD23}" srcOrd="2" destOrd="0" parTransId="{AC618AE3-B755-4CC6-901D-FD8B2E547BF0}" sibTransId="{92FDD96B-D1E8-4572-A033-A440A0726885}"/>
    <dgm:cxn modelId="{368794A0-060B-42FB-9039-BE96C1590A4C}" srcId="{5B707ED8-E0DD-44BF-B950-0A60002360BC}" destId="{5EA8C5DD-A9F4-4ADB-A965-AB296C8C612F}" srcOrd="4" destOrd="0" parTransId="{D76B41DC-B70F-493C-973F-5914047B5A7B}" sibTransId="{CAE7ADEF-E3CB-4DAE-9597-D5E2ACEE903B}"/>
    <dgm:cxn modelId="{ACE717A7-5971-4A8A-9A98-C65A6DA11570}" srcId="{5B707ED8-E0DD-44BF-B950-0A60002360BC}" destId="{CCF0E9A4-5D5D-4342-8702-32BB0D04764D}" srcOrd="3" destOrd="0" parTransId="{91B361BF-DF61-451A-BC6C-4EC9BC8DF8BE}" sibTransId="{C025F04F-D02D-4810-82BB-42919080589C}"/>
    <dgm:cxn modelId="{A8382AB8-292F-4E0A-BBC1-FEBA2C9FF9D7}" type="presOf" srcId="{158147D2-C5A3-4DC8-87FE-91208DAF452E}" destId="{DBD2EDCF-6CED-4162-997E-D5E08F9F54AD}" srcOrd="0" destOrd="0" presId="urn:microsoft.com/office/officeart/2005/8/layout/chevron1"/>
    <dgm:cxn modelId="{5A5588C8-A8B1-4EB9-B6AC-6D338D52CFA7}" type="presOf" srcId="{5EA8C5DD-A9F4-4ADB-A965-AB296C8C612F}" destId="{E0C86827-89E8-4B45-85F1-8FEB0129865E}" srcOrd="0" destOrd="0" presId="urn:microsoft.com/office/officeart/2005/8/layout/chevron1"/>
    <dgm:cxn modelId="{98D4E4D6-3DDE-46B8-AF2C-7F0DBC6D1CD8}" srcId="{5B707ED8-E0DD-44BF-B950-0A60002360BC}" destId="{1E0822B4-3A5D-45B8-98FF-3D3AFBE4BC4D}" srcOrd="0" destOrd="0" parTransId="{6200FA3E-9972-4951-AC97-76CB14260A6F}" sibTransId="{ADC844B0-17CB-4E91-8E7F-02D149850E3C}"/>
    <dgm:cxn modelId="{CFBB29D8-08EF-4777-A0FD-209553178FB6}" type="presOf" srcId="{CCF0E9A4-5D5D-4342-8702-32BB0D04764D}" destId="{82C7D24B-BFA5-4965-A568-417C4D21A36E}" srcOrd="0" destOrd="0" presId="urn:microsoft.com/office/officeart/2005/8/layout/chevron1"/>
    <dgm:cxn modelId="{859BF8E8-D547-4F5A-AFB6-58F82295DB87}" srcId="{5B707ED8-E0DD-44BF-B950-0A60002360BC}" destId="{158147D2-C5A3-4DC8-87FE-91208DAF452E}" srcOrd="5" destOrd="0" parTransId="{BCDE1524-8548-432F-8357-E405889ACA00}" sibTransId="{35D01A9E-D2D2-48A3-89A4-E02797D709D7}"/>
    <dgm:cxn modelId="{C4FFAAB8-83B8-427C-8E2F-DCA2AA76BB3D}" type="presParOf" srcId="{D8DCCF85-A315-4477-B61C-797F23DF2258}" destId="{60117214-6A65-4EA4-AC1A-5C524FC3DC92}" srcOrd="0" destOrd="0" presId="urn:microsoft.com/office/officeart/2005/8/layout/chevron1"/>
    <dgm:cxn modelId="{A0D04F28-64ED-49A9-AB17-D4CAA54C349A}" type="presParOf" srcId="{D8DCCF85-A315-4477-B61C-797F23DF2258}" destId="{9412D456-68AA-4650-9FF3-0A2DF2E5E604}" srcOrd="1" destOrd="0" presId="urn:microsoft.com/office/officeart/2005/8/layout/chevron1"/>
    <dgm:cxn modelId="{DED30F51-2190-4153-B6F3-BC7B2B162EC9}" type="presParOf" srcId="{D8DCCF85-A315-4477-B61C-797F23DF2258}" destId="{4034BB29-4ABE-4001-99CF-7B76549418BF}" srcOrd="2" destOrd="0" presId="urn:microsoft.com/office/officeart/2005/8/layout/chevron1"/>
    <dgm:cxn modelId="{472C8DFE-3DA0-41D9-8E22-BE22BD7747F6}" type="presParOf" srcId="{D8DCCF85-A315-4477-B61C-797F23DF2258}" destId="{44F78CD9-1CB0-422A-88C2-F220B37E2451}" srcOrd="3" destOrd="0" presId="urn:microsoft.com/office/officeart/2005/8/layout/chevron1"/>
    <dgm:cxn modelId="{40C0EF6A-2E7B-4B8F-B9BA-2BD6B78D32EC}" type="presParOf" srcId="{D8DCCF85-A315-4477-B61C-797F23DF2258}" destId="{C260767E-97DC-4B73-B33E-6C2613EF147B}" srcOrd="4" destOrd="0" presId="urn:microsoft.com/office/officeart/2005/8/layout/chevron1"/>
    <dgm:cxn modelId="{D0B8C6E4-9001-4474-ADA3-2C0A29ACC3C9}" type="presParOf" srcId="{D8DCCF85-A315-4477-B61C-797F23DF2258}" destId="{DCF4C93C-5366-4E27-8904-6A18A854E625}" srcOrd="5" destOrd="0" presId="urn:microsoft.com/office/officeart/2005/8/layout/chevron1"/>
    <dgm:cxn modelId="{93965F45-191A-4147-B691-74CF966D24A4}" type="presParOf" srcId="{D8DCCF85-A315-4477-B61C-797F23DF2258}" destId="{82C7D24B-BFA5-4965-A568-417C4D21A36E}" srcOrd="6" destOrd="0" presId="urn:microsoft.com/office/officeart/2005/8/layout/chevron1"/>
    <dgm:cxn modelId="{10C1E379-E0EF-49CF-8E82-56330741AFCB}" type="presParOf" srcId="{D8DCCF85-A315-4477-B61C-797F23DF2258}" destId="{E237B71B-557E-4270-85EB-BEA5D33F2ADD}" srcOrd="7" destOrd="0" presId="urn:microsoft.com/office/officeart/2005/8/layout/chevron1"/>
    <dgm:cxn modelId="{AF8C658E-890A-4AB0-9D91-67CBC1366500}" type="presParOf" srcId="{D8DCCF85-A315-4477-B61C-797F23DF2258}" destId="{E0C86827-89E8-4B45-85F1-8FEB0129865E}" srcOrd="8" destOrd="0" presId="urn:microsoft.com/office/officeart/2005/8/layout/chevron1"/>
    <dgm:cxn modelId="{950DFB13-E752-4BCA-AF8B-08F3E0801FE5}" type="presParOf" srcId="{D8DCCF85-A315-4477-B61C-797F23DF2258}" destId="{CCC97ABA-AFF3-442E-AE41-FAD00938DADE}" srcOrd="9" destOrd="0" presId="urn:microsoft.com/office/officeart/2005/8/layout/chevron1"/>
    <dgm:cxn modelId="{4881F71A-246A-4AE2-B3D4-FC0A906DDD68}" type="presParOf" srcId="{D8DCCF85-A315-4477-B61C-797F23DF2258}" destId="{DBD2EDCF-6CED-4162-997E-D5E08F9F54AD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68D92-965F-4D02-982F-F0A7C7888167}">
      <dsp:nvSpPr>
        <dsp:cNvPr id="0" name=""/>
        <dsp:cNvSpPr/>
      </dsp:nvSpPr>
      <dsp:spPr>
        <a:xfrm>
          <a:off x="0" y="1968931"/>
          <a:ext cx="8469904" cy="39776"/>
        </a:xfrm>
        <a:prstGeom prst="rect">
          <a:avLst/>
        </a:prstGeom>
        <a:gradFill rotWithShape="0">
          <a:gsLst>
            <a:gs pos="0">
              <a:schemeClr val="accent6">
                <a:tint val="76000"/>
              </a:schemeClr>
            </a:gs>
            <a:gs pos="100000">
              <a:schemeClr val="accent6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E11476-68D5-4741-8314-065930F03543}">
      <dsp:nvSpPr>
        <dsp:cNvPr id="0" name=""/>
        <dsp:cNvSpPr/>
      </dsp:nvSpPr>
      <dsp:spPr>
        <a:xfrm>
          <a:off x="8265261" y="1829714"/>
          <a:ext cx="238658" cy="318211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6">
                <a:tint val="76000"/>
              </a:schemeClr>
            </a:gs>
            <a:gs pos="100000">
              <a:schemeClr val="accent6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5099EE7-F2DF-4CA7-B5C0-C5069D45F2CF}">
      <dsp:nvSpPr>
        <dsp:cNvPr id="0" name=""/>
        <dsp:cNvSpPr/>
      </dsp:nvSpPr>
      <dsp:spPr>
        <a:xfrm>
          <a:off x="490782" y="906901"/>
          <a:ext cx="1939353" cy="92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Obiettivi dello studio</a:t>
          </a:r>
        </a:p>
      </dsp:txBody>
      <dsp:txXfrm>
        <a:off x="490782" y="906901"/>
        <a:ext cx="1939353" cy="922812"/>
      </dsp:txXfrm>
    </dsp:sp>
    <dsp:sp modelId="{98BA85E8-25C2-47CF-B479-BBFC2EDBEF06}">
      <dsp:nvSpPr>
        <dsp:cNvPr id="0" name=""/>
        <dsp:cNvSpPr/>
      </dsp:nvSpPr>
      <dsp:spPr>
        <a:xfrm>
          <a:off x="490782" y="429585"/>
          <a:ext cx="1939353" cy="477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700" kern="1200">
              <a:solidFill>
                <a:srgbClr val="147F39"/>
              </a:solidFill>
            </a:rPr>
            <a:t>01 </a:t>
          </a: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Introduzione</a:t>
          </a:r>
        </a:p>
      </dsp:txBody>
      <dsp:txXfrm>
        <a:off x="490782" y="429585"/>
        <a:ext cx="1939353" cy="477316"/>
      </dsp:txXfrm>
    </dsp:sp>
    <dsp:sp modelId="{43AB9A8D-FBED-4542-9147-656766BEFEB3}">
      <dsp:nvSpPr>
        <dsp:cNvPr id="0" name=""/>
        <dsp:cNvSpPr/>
      </dsp:nvSpPr>
      <dsp:spPr>
        <a:xfrm>
          <a:off x="230605" y="397764"/>
          <a:ext cx="30609" cy="1591056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7C34357-870F-4A6F-BC10-F0E08BE9C211}">
      <dsp:nvSpPr>
        <dsp:cNvPr id="0" name=""/>
        <dsp:cNvSpPr/>
      </dsp:nvSpPr>
      <dsp:spPr>
        <a:xfrm>
          <a:off x="1705331" y="2800258"/>
          <a:ext cx="1939353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Pipeline</a:t>
          </a:r>
        </a:p>
      </dsp:txBody>
      <dsp:txXfrm>
        <a:off x="1705331" y="2800258"/>
        <a:ext cx="1939353" cy="747796"/>
      </dsp:txXfrm>
    </dsp:sp>
    <dsp:sp modelId="{0750F51D-7AD4-4DD9-B297-5A888CD297E0}">
      <dsp:nvSpPr>
        <dsp:cNvPr id="0" name=""/>
        <dsp:cNvSpPr/>
      </dsp:nvSpPr>
      <dsp:spPr>
        <a:xfrm>
          <a:off x="1705331" y="2307031"/>
          <a:ext cx="1939353" cy="493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02 Architettura</a:t>
          </a:r>
        </a:p>
      </dsp:txBody>
      <dsp:txXfrm>
        <a:off x="1705331" y="2307031"/>
        <a:ext cx="1939353" cy="493227"/>
      </dsp:txXfrm>
    </dsp:sp>
    <dsp:sp modelId="{31121499-6D82-45D5-BDD7-A85FD24A59C8}">
      <dsp:nvSpPr>
        <dsp:cNvPr id="0" name=""/>
        <dsp:cNvSpPr/>
      </dsp:nvSpPr>
      <dsp:spPr>
        <a:xfrm>
          <a:off x="1445154" y="1988820"/>
          <a:ext cx="30609" cy="1591056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BEDAD0F-C4BB-4105-8F5C-89526180EC00}">
      <dsp:nvSpPr>
        <dsp:cNvPr id="0" name=""/>
        <dsp:cNvSpPr/>
      </dsp:nvSpPr>
      <dsp:spPr>
        <a:xfrm>
          <a:off x="166326" y="1909236"/>
          <a:ext cx="159166" cy="1591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0A611D-2DD8-4B2C-A798-53E6A4CDC978}">
      <dsp:nvSpPr>
        <dsp:cNvPr id="0" name=""/>
        <dsp:cNvSpPr/>
      </dsp:nvSpPr>
      <dsp:spPr>
        <a:xfrm>
          <a:off x="1380875" y="1909236"/>
          <a:ext cx="159166" cy="1591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204FB9-5F4E-46DC-9F79-E0B582790B77}">
      <dsp:nvSpPr>
        <dsp:cNvPr id="0" name=""/>
        <dsp:cNvSpPr/>
      </dsp:nvSpPr>
      <dsp:spPr>
        <a:xfrm>
          <a:off x="2919880" y="906901"/>
          <a:ext cx="1939353" cy="92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Implementazioni </a:t>
          </a:r>
        </a:p>
      </dsp:txBody>
      <dsp:txXfrm>
        <a:off x="2919880" y="906901"/>
        <a:ext cx="1939353" cy="922812"/>
      </dsp:txXfrm>
    </dsp:sp>
    <dsp:sp modelId="{24806DA8-0129-44C1-8BB2-BF5C7CC5F858}">
      <dsp:nvSpPr>
        <dsp:cNvPr id="0" name=""/>
        <dsp:cNvSpPr/>
      </dsp:nvSpPr>
      <dsp:spPr>
        <a:xfrm>
          <a:off x="2919880" y="429585"/>
          <a:ext cx="1939353" cy="477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03 Query</a:t>
          </a:r>
        </a:p>
      </dsp:txBody>
      <dsp:txXfrm>
        <a:off x="2919880" y="429585"/>
        <a:ext cx="1939353" cy="477316"/>
      </dsp:txXfrm>
    </dsp:sp>
    <dsp:sp modelId="{34590A57-23A2-432D-ACAA-678935467A46}">
      <dsp:nvSpPr>
        <dsp:cNvPr id="0" name=""/>
        <dsp:cNvSpPr/>
      </dsp:nvSpPr>
      <dsp:spPr>
        <a:xfrm>
          <a:off x="2659703" y="397764"/>
          <a:ext cx="30609" cy="1591056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29B178F-005E-4721-B90A-AA8745806210}">
      <dsp:nvSpPr>
        <dsp:cNvPr id="0" name=""/>
        <dsp:cNvSpPr/>
      </dsp:nvSpPr>
      <dsp:spPr>
        <a:xfrm>
          <a:off x="4134429" y="2800258"/>
          <a:ext cx="1939353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Visualizzazione e analisi</a:t>
          </a:r>
        </a:p>
      </dsp:txBody>
      <dsp:txXfrm>
        <a:off x="4134429" y="2800258"/>
        <a:ext cx="1939353" cy="747796"/>
      </dsp:txXfrm>
    </dsp:sp>
    <dsp:sp modelId="{7F12CD0C-5555-4C56-87C2-332211A5179F}">
      <dsp:nvSpPr>
        <dsp:cNvPr id="0" name=""/>
        <dsp:cNvSpPr/>
      </dsp:nvSpPr>
      <dsp:spPr>
        <a:xfrm>
          <a:off x="4134429" y="2307031"/>
          <a:ext cx="1939353" cy="493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04 Risultati</a:t>
          </a:r>
        </a:p>
      </dsp:txBody>
      <dsp:txXfrm>
        <a:off x="4134429" y="2307031"/>
        <a:ext cx="1939353" cy="493227"/>
      </dsp:txXfrm>
    </dsp:sp>
    <dsp:sp modelId="{ACCF87FA-4C8B-4582-BB39-FDCE19C9EC67}">
      <dsp:nvSpPr>
        <dsp:cNvPr id="0" name=""/>
        <dsp:cNvSpPr/>
      </dsp:nvSpPr>
      <dsp:spPr>
        <a:xfrm>
          <a:off x="3874253" y="1988820"/>
          <a:ext cx="30609" cy="1591056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792331-90FE-4FF7-BD37-E4BC5682C7F6}">
      <dsp:nvSpPr>
        <dsp:cNvPr id="0" name=""/>
        <dsp:cNvSpPr/>
      </dsp:nvSpPr>
      <dsp:spPr>
        <a:xfrm>
          <a:off x="2595425" y="1909236"/>
          <a:ext cx="159166" cy="1591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E2A066-954B-4DC0-A934-416B5D36D24C}">
      <dsp:nvSpPr>
        <dsp:cNvPr id="0" name=""/>
        <dsp:cNvSpPr/>
      </dsp:nvSpPr>
      <dsp:spPr>
        <a:xfrm>
          <a:off x="3809974" y="1909236"/>
          <a:ext cx="159166" cy="1591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FB3CB3-5D23-4A4A-993D-3EC3D80500F9}">
      <dsp:nvSpPr>
        <dsp:cNvPr id="0" name=""/>
        <dsp:cNvSpPr/>
      </dsp:nvSpPr>
      <dsp:spPr>
        <a:xfrm>
          <a:off x="5348978" y="906901"/>
          <a:ext cx="1939353" cy="92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Esperimenti</a:t>
          </a:r>
        </a:p>
      </dsp:txBody>
      <dsp:txXfrm>
        <a:off x="5348978" y="906901"/>
        <a:ext cx="1939353" cy="922812"/>
      </dsp:txXfrm>
    </dsp:sp>
    <dsp:sp modelId="{871E0BDE-3986-42F9-AD30-BC12B9BE08FD}">
      <dsp:nvSpPr>
        <dsp:cNvPr id="0" name=""/>
        <dsp:cNvSpPr/>
      </dsp:nvSpPr>
      <dsp:spPr>
        <a:xfrm>
          <a:off x="5348978" y="429585"/>
          <a:ext cx="1939353" cy="477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05 Analisi delle prestazioni</a:t>
          </a:r>
        </a:p>
      </dsp:txBody>
      <dsp:txXfrm>
        <a:off x="5348978" y="429585"/>
        <a:ext cx="1939353" cy="477316"/>
      </dsp:txXfrm>
    </dsp:sp>
    <dsp:sp modelId="{B4FEC6E0-85D0-40E4-8D16-61BD22E4F8E9}">
      <dsp:nvSpPr>
        <dsp:cNvPr id="0" name=""/>
        <dsp:cNvSpPr/>
      </dsp:nvSpPr>
      <dsp:spPr>
        <a:xfrm>
          <a:off x="5088802" y="397764"/>
          <a:ext cx="30609" cy="1591056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68A077D-3E62-4E42-ADA6-BE572698C8F0}">
      <dsp:nvSpPr>
        <dsp:cNvPr id="0" name=""/>
        <dsp:cNvSpPr/>
      </dsp:nvSpPr>
      <dsp:spPr>
        <a:xfrm>
          <a:off x="6563527" y="2800258"/>
          <a:ext cx="1939353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Analisi e Sviluppi</a:t>
          </a:r>
        </a:p>
      </dsp:txBody>
      <dsp:txXfrm>
        <a:off x="6563527" y="2800258"/>
        <a:ext cx="1939353" cy="747796"/>
      </dsp:txXfrm>
    </dsp:sp>
    <dsp:sp modelId="{8B297C76-6242-4D7A-AB22-EDD7A5B33808}">
      <dsp:nvSpPr>
        <dsp:cNvPr id="0" name=""/>
        <dsp:cNvSpPr/>
      </dsp:nvSpPr>
      <dsp:spPr>
        <a:xfrm>
          <a:off x="6563527" y="2307031"/>
          <a:ext cx="1939353" cy="493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700" b="1" kern="1200">
              <a:solidFill>
                <a:srgbClr val="147F39"/>
              </a:solidFill>
              <a:latin typeface="Calibri" panose="020F0502020204030204"/>
              <a:ea typeface="+mn-ea"/>
              <a:cs typeface="+mn-cs"/>
            </a:rPr>
            <a:t>06 Conclusioni</a:t>
          </a:r>
        </a:p>
      </dsp:txBody>
      <dsp:txXfrm>
        <a:off x="6563527" y="2307031"/>
        <a:ext cx="1939353" cy="493227"/>
      </dsp:txXfrm>
    </dsp:sp>
    <dsp:sp modelId="{BDBE746E-0E1D-4987-ACE4-ED73A0918D36}">
      <dsp:nvSpPr>
        <dsp:cNvPr id="0" name=""/>
        <dsp:cNvSpPr/>
      </dsp:nvSpPr>
      <dsp:spPr>
        <a:xfrm>
          <a:off x="6303351" y="1988820"/>
          <a:ext cx="30609" cy="1591056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391E2C3-4798-41FF-B712-DF02E5A044B0}">
      <dsp:nvSpPr>
        <dsp:cNvPr id="0" name=""/>
        <dsp:cNvSpPr/>
      </dsp:nvSpPr>
      <dsp:spPr>
        <a:xfrm>
          <a:off x="5024523" y="1909236"/>
          <a:ext cx="159166" cy="1591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257D41-98DE-472A-B998-376A4ED4DCC7}">
      <dsp:nvSpPr>
        <dsp:cNvPr id="0" name=""/>
        <dsp:cNvSpPr/>
      </dsp:nvSpPr>
      <dsp:spPr>
        <a:xfrm>
          <a:off x="6239072" y="1909236"/>
          <a:ext cx="159166" cy="1591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rgbClr val="184C1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rgbClr val="184C1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rgbClr val="184C1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rgbClr val="184C1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214-6A65-4EA4-AC1A-5C524FC3DC92}">
      <dsp:nvSpPr>
        <dsp:cNvPr id="0" name=""/>
        <dsp:cNvSpPr/>
      </dsp:nvSpPr>
      <dsp:spPr>
        <a:xfrm>
          <a:off x="0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Introduzione</a:t>
          </a:r>
        </a:p>
      </dsp:txBody>
      <dsp:txXfrm>
        <a:off x="123031" y="0"/>
        <a:ext cx="1214182" cy="246062"/>
      </dsp:txXfrm>
    </dsp:sp>
    <dsp:sp modelId="{4034BB29-4ABE-4001-99CF-7B76549418BF}">
      <dsp:nvSpPr>
        <dsp:cNvPr id="0" name=""/>
        <dsp:cNvSpPr/>
      </dsp:nvSpPr>
      <dsp:spPr>
        <a:xfrm>
          <a:off x="127606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Architettura</a:t>
          </a:r>
        </a:p>
      </dsp:txBody>
      <dsp:txXfrm>
        <a:off x="1399094" y="0"/>
        <a:ext cx="1214182" cy="246062"/>
      </dsp:txXfrm>
    </dsp:sp>
    <dsp:sp modelId="{C260767E-97DC-4B73-B33E-6C2613EF147B}">
      <dsp:nvSpPr>
        <dsp:cNvPr id="0" name=""/>
        <dsp:cNvSpPr/>
      </dsp:nvSpPr>
      <dsp:spPr>
        <a:xfrm>
          <a:off x="2590283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Query</a:t>
          </a:r>
        </a:p>
      </dsp:txBody>
      <dsp:txXfrm>
        <a:off x="2713314" y="0"/>
        <a:ext cx="1214182" cy="246062"/>
      </dsp:txXfrm>
    </dsp:sp>
    <dsp:sp modelId="{82C7D24B-BFA5-4965-A568-417C4D21A36E}">
      <dsp:nvSpPr>
        <dsp:cNvPr id="0" name=""/>
        <dsp:cNvSpPr/>
      </dsp:nvSpPr>
      <dsp:spPr>
        <a:xfrm>
          <a:off x="3932837" y="0"/>
          <a:ext cx="1460244" cy="24606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Risultati</a:t>
          </a:r>
        </a:p>
      </dsp:txBody>
      <dsp:txXfrm>
        <a:off x="4055868" y="0"/>
        <a:ext cx="1214182" cy="246062"/>
      </dsp:txXfrm>
    </dsp:sp>
    <dsp:sp modelId="{E0C86827-89E8-4B45-85F1-8FEB0129865E}">
      <dsp:nvSpPr>
        <dsp:cNvPr id="0" name=""/>
        <dsp:cNvSpPr/>
      </dsp:nvSpPr>
      <dsp:spPr>
        <a:xfrm>
          <a:off x="5218724" y="0"/>
          <a:ext cx="1460244" cy="246062"/>
        </a:xfrm>
        <a:prstGeom prst="chevron">
          <a:avLst/>
        </a:prstGeom>
        <a:solidFill>
          <a:srgbClr val="70AD4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Analisi</a:t>
          </a:r>
          <a:r>
            <a:rPr lang="it-IT" sz="900" kern="1200"/>
            <a:t> </a:t>
          </a:r>
          <a:r>
            <a:rPr lang="it-IT" sz="900" b="1" kern="1200"/>
            <a:t>delle</a:t>
          </a:r>
          <a:r>
            <a:rPr lang="it-IT" sz="900" kern="1200"/>
            <a:t> </a:t>
          </a:r>
          <a:r>
            <a:rPr lang="it-IT" sz="900" b="1" kern="1200"/>
            <a:t>prestazioni</a:t>
          </a:r>
        </a:p>
      </dsp:txBody>
      <dsp:txXfrm>
        <a:off x="5341755" y="0"/>
        <a:ext cx="1214182" cy="246062"/>
      </dsp:txXfrm>
    </dsp:sp>
    <dsp:sp modelId="{DBD2EDCF-6CED-4162-997E-D5E08F9F54AD}">
      <dsp:nvSpPr>
        <dsp:cNvPr id="0" name=""/>
        <dsp:cNvSpPr/>
      </dsp:nvSpPr>
      <dsp:spPr>
        <a:xfrm>
          <a:off x="6558328" y="0"/>
          <a:ext cx="1460244" cy="246062"/>
        </a:xfrm>
        <a:prstGeom prst="chevron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kern="1200"/>
            <a:t>Conclusioni</a:t>
          </a:r>
        </a:p>
      </dsp:txBody>
      <dsp:txXfrm>
        <a:off x="6681359" y="0"/>
        <a:ext cx="1214182" cy="246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99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6D78-800D-1CA0-2EAA-7E053A19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975E8-3B8D-F76B-2082-C7CF70592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DD375-2F1A-C33F-D6E1-C29AB61B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38B23-E260-0F8B-D50F-B83815907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44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84DD-E275-6142-8871-2E8513A2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DB782-E808-1819-966B-F0F5F716C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A4917-36EB-3120-BD89-05DD0226C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E4A39-1317-4006-AA9D-7C4AF6ADA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84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49CB-E9DE-D76E-6D6C-5719875E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4FEF7-6F7D-3189-7042-41D7555D8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C9C35-E137-00F9-6F9B-92569D42A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3C28A-3E16-4C32-7566-C540C6BB7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54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2302-4E3C-11B0-67EB-EDEDEAAB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A5E2E-03DD-6EB1-BA96-19D197BCB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45EDF-0307-F20F-388E-BAE3F8394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FC3FB-D64A-8586-FAC8-A18FD5A06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4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2829-87B7-68C7-B15E-E228136C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7D4FD-0A06-04F7-02E0-ABEF3706F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E6554-895E-7132-308A-9C48BA1BA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92A2B-E304-C1E0-B313-DCFF6AE94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2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0B97-D08F-652D-578D-AFFD9D397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C5074-882A-272B-BCAE-44CB125CF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14473-321C-8164-51D6-71C3B7EB3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2BFD8-6EFA-B3AA-7E52-8073DAB38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82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539DF-52C8-191D-3C2E-F29931D1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163B7-1E8E-AEB0-D97E-EF3395A2D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05844-223D-F58D-0A22-EC4F91B8F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2DDCA-CC8A-36DC-2D64-0EEA1BA14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07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14F2-5EE0-3BEB-A234-5B984164B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C494F-6778-7B29-C2BC-9EBD29B72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35F48-DFED-C40C-2184-19A092B94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E2C4C-C606-1993-0A05-36712BE76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78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A32C-607B-F3E9-4D2B-0BF058BF5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B4DE5-434E-8693-0AFF-E17A4D0E0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86BAB-5803-82D2-1DBB-F9A4D1FB0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97ECF-0256-421F-26A7-EFD936690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47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FF02-4A64-FF3E-D278-E70927F6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9BD11-5137-7144-616B-44B1E584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03931-94A2-5B0A-6708-D433E7431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2AA2-98C7-5577-70A7-6A1954476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3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8164-6E86-03C6-660C-62F11BB8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4DE89-E84D-2764-C76C-8AC40CFDA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A1498-B451-4B47-037C-9547BCFEC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74E29-E48E-4D3A-0456-25A517FB0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10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28E9-442F-A125-07E8-43C373D6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A9649-C60F-C582-0DF8-EB5BED3E6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38DD6-4BE1-9542-4A14-650636BAC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1D817-9B64-B093-41A7-4D866D224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57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A045-8331-9579-D61B-985748A2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12FD3-52AF-CF61-42FB-60B8ECADB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0C55B-980C-7F3A-A44A-C56DAA7B9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3E8C6-3A6D-0389-5496-35BFB3342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69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4638-BF7E-5DA9-F67E-860B2912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490A3-9CF8-3E32-E2F8-E5AA7C278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7C2AB-59DB-6452-7D87-FE4AB178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BF7FF-D341-118C-3308-3B879CB2E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14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2CFC-CACE-5429-A5A9-3CE44F0C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163E0-C9D1-6CC0-1208-63C6057BC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C1A43-823E-CF52-80ED-0F615100C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2BBEC-765E-C0CF-762B-ED94BFE25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743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4441-F64F-29C9-F890-E34DE472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F1B8D-53A7-FC6A-9B0B-26C518CF6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3E2FD-205B-2ED2-E149-5F9140837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C7742-420F-2166-84D7-6A42CBFE2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04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167A9-9FD3-B60E-0059-8EB4C082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FC5CB-4B7B-684B-84F7-5F31C329D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CAE4C-AEA4-2CB8-2FED-1F4135098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70A97-3DFB-4743-618A-2DD9496B2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530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74AF-B98F-74AA-AFAF-BEDFB7CC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82A0C-FF9A-6A95-1A37-10F9CB3A5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F2D92-C137-5E26-B81E-F18FFBD98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9770C-F254-4973-4F41-76DBCA8A4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56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2FA2-4A65-8A09-D29C-C099B4D8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F06E6-9FB6-2C5E-B447-0D5CBFEC4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62EC6-61E6-ED7D-2245-CFA7E87CB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183FF-791B-2B40-6559-A1FDB8FEA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609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C97B-4FF9-C3B6-DB93-02E70D9B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2393D-1F42-F9E5-B760-60CDBF072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3CD13-1089-C558-E339-E8DA31809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11F63-23D3-9509-DD6F-B6520576F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637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379FD-83F0-C24A-86C4-D6916A29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820A5-9E71-76E8-ECF5-633D4F749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6D37E-3F3E-70DF-CB71-0D176C2B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DEC62-9264-3B9A-10F1-847E64BB4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13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AF31-0EFC-B4B5-734B-D4DEB164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A8C52-BD11-C172-0B39-E8D4C57C5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7993F-750F-B388-EB53-ADA24C6D6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3571B-A486-CDDD-F55D-21A07E6BF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460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14B1-6D56-A717-886A-CAB244F5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FED3D-D7C0-9D55-F251-096C0E02A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F4D76-715A-8531-8B7F-384EC4045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0FBAC-D228-3749-AE7D-95B5FDFC7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838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FDE7-5386-884C-47AE-447874B4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97192-8482-0327-5D0B-C686E4A3C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72264-97B4-77D0-0A96-15DA04923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07120-2EB7-4576-05BE-2A53C0942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51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02A9-B7AD-7AD4-5BDE-7615F80E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A3475-74FD-E476-F050-9B07205E7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12D84-FA26-5FAC-5512-A3FC74EAB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FDE96-92E2-02ED-E3D1-C199A0B90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994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45D5-5B0F-14CF-3CE9-AA45CD1A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BCE67-171A-CA7D-B2DF-229331979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5EE1E-5A56-82D6-632E-598E22AF9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1525E-CF5B-1EBA-D667-6F894E2D9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78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0DA4-B8FF-E695-CCCF-30184427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417A4-29CA-714F-512A-11B79708C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62017-6994-CFC7-E360-35EC9D3C3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B41F9-573B-151A-ECFC-738D9DB7DE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912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18E6-5CDF-D4BB-F657-67F0E894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DD1DE-5E16-3318-A484-3DD2D72BA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5CDDF-3753-A41C-245E-7CD54303E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4D3E2-4514-CB64-574F-B3E289DE0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894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1857-2E22-904E-2B2B-8FBE0691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C2D2C-D9BC-CCDD-27D9-69988167B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E3FA0-ACB6-6AF3-0A95-5672A015D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D99D6-9CFE-F623-D60B-4E98D5939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667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C3F4-FB7C-CDDD-2DFF-82E65F41B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33DC0-020D-782D-B129-17146E436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4AC59-CF7C-F25C-10B9-A81C21DA0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D61CA-94FB-2D4D-6539-9AECD141C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862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F196A3-7B9C-BD38-2930-D9A12252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6281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10" Type="http://schemas.openxmlformats.org/officeDocument/2006/relationships/image" Target="../media/image5.svg"/><Relationship Id="rId4" Type="http://schemas.openxmlformats.org/officeDocument/2006/relationships/diagramData" Target="../diagrams/data5.xml"/><Relationship Id="rId9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6.png"/><Relationship Id="rId9" Type="http://schemas.microsoft.com/office/2007/relationships/diagramDrawing" Target="../diagrams/drawing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6.png"/><Relationship Id="rId9" Type="http://schemas.microsoft.com/office/2007/relationships/diagramDrawing" Target="../diagrams/drawing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7.png"/><Relationship Id="rId9" Type="http://schemas.microsoft.com/office/2007/relationships/diagramDrawing" Target="../diagrams/drawing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8.png"/><Relationship Id="rId9" Type="http://schemas.microsoft.com/office/2007/relationships/diagramDrawing" Target="../diagrams/drawin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3" Type="http://schemas.openxmlformats.org/officeDocument/2006/relationships/notesSlide" Target="../notesSlides/notesSlide18.xml"/><Relationship Id="rId7" Type="http://schemas.openxmlformats.org/officeDocument/2006/relationships/diagramQuickStyle" Target="../diagrams/quickStyl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diagramLayout" Target="../diagrams/layout15.xml"/><Relationship Id="rId5" Type="http://schemas.openxmlformats.org/officeDocument/2006/relationships/diagramData" Target="../diagrams/data15.xml"/><Relationship Id="rId4" Type="http://schemas.openxmlformats.org/officeDocument/2006/relationships/image" Target="../media/image1.png"/><Relationship Id="rId9" Type="http://schemas.microsoft.com/office/2007/relationships/diagramDrawing" Target="../diagrams/drawing15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8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8.xml"/><Relationship Id="rId5" Type="http://schemas.openxmlformats.org/officeDocument/2006/relationships/diagramData" Target="../diagrams/data18.xml"/><Relationship Id="rId4" Type="http://schemas.openxmlformats.org/officeDocument/2006/relationships/image" Target="../media/image9.png"/><Relationship Id="rId9" Type="http://schemas.microsoft.com/office/2007/relationships/diagramDrawing" Target="../diagrams/drawing1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9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9.xml"/><Relationship Id="rId5" Type="http://schemas.openxmlformats.org/officeDocument/2006/relationships/diagramData" Target="../diagrams/data19.xml"/><Relationship Id="rId4" Type="http://schemas.openxmlformats.org/officeDocument/2006/relationships/image" Target="../media/image9.png"/><Relationship Id="rId9" Type="http://schemas.microsoft.com/office/2007/relationships/diagramDrawing" Target="../diagrams/drawing1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0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0.xml"/><Relationship Id="rId5" Type="http://schemas.openxmlformats.org/officeDocument/2006/relationships/diagramData" Target="../diagrams/data20.xml"/><Relationship Id="rId4" Type="http://schemas.openxmlformats.org/officeDocument/2006/relationships/image" Target="../media/image10.png"/><Relationship Id="rId9" Type="http://schemas.microsoft.com/office/2007/relationships/diagramDrawing" Target="../diagrams/drawing2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1.xml"/><Relationship Id="rId5" Type="http://schemas.openxmlformats.org/officeDocument/2006/relationships/diagramData" Target="../diagrams/data21.xml"/><Relationship Id="rId4" Type="http://schemas.openxmlformats.org/officeDocument/2006/relationships/image" Target="../media/image10.png"/><Relationship Id="rId9" Type="http://schemas.microsoft.com/office/2007/relationships/diagramDrawing" Target="../diagrams/drawing21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2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2.xml"/><Relationship Id="rId11" Type="http://schemas.openxmlformats.org/officeDocument/2006/relationships/image" Target="../media/image13.png"/><Relationship Id="rId5" Type="http://schemas.openxmlformats.org/officeDocument/2006/relationships/diagramLayout" Target="../diagrams/layout22.xml"/><Relationship Id="rId10" Type="http://schemas.openxmlformats.org/officeDocument/2006/relationships/image" Target="../media/image12.png"/><Relationship Id="rId4" Type="http://schemas.openxmlformats.org/officeDocument/2006/relationships/diagramData" Target="../diagrams/data22.xml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4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4.xml"/><Relationship Id="rId5" Type="http://schemas.openxmlformats.org/officeDocument/2006/relationships/diagramData" Target="../diagrams/data24.xml"/><Relationship Id="rId4" Type="http://schemas.openxmlformats.org/officeDocument/2006/relationships/chart" Target="../charts/chart1.xml"/><Relationship Id="rId9" Type="http://schemas.microsoft.com/office/2007/relationships/diagramDrawing" Target="../diagrams/drawing24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5.xml"/><Relationship Id="rId5" Type="http://schemas.openxmlformats.org/officeDocument/2006/relationships/diagramLayout" Target="../diagrams/layout25.xml"/><Relationship Id="rId4" Type="http://schemas.openxmlformats.org/officeDocument/2006/relationships/diagramData" Target="../diagrams/data25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Relationship Id="rId9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7.xml"/><Relationship Id="rId11" Type="http://schemas.openxmlformats.org/officeDocument/2006/relationships/image" Target="../media/image18.png"/><Relationship Id="rId5" Type="http://schemas.openxmlformats.org/officeDocument/2006/relationships/diagramLayout" Target="../diagrams/layout27.xml"/><Relationship Id="rId10" Type="http://schemas.openxmlformats.org/officeDocument/2006/relationships/image" Target="../media/image17.png"/><Relationship Id="rId4" Type="http://schemas.openxmlformats.org/officeDocument/2006/relationships/diagramData" Target="../diagrams/data27.xml"/><Relationship Id="rId9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8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8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8.xml"/><Relationship Id="rId5" Type="http://schemas.openxmlformats.org/officeDocument/2006/relationships/diagramLayout" Target="../diagrams/layout28.xml"/><Relationship Id="rId4" Type="http://schemas.openxmlformats.org/officeDocument/2006/relationships/diagramData" Target="../diagrams/data28.xml"/><Relationship Id="rId9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9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9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9.xml"/><Relationship Id="rId5" Type="http://schemas.openxmlformats.org/officeDocument/2006/relationships/diagramLayout" Target="../diagrams/layout29.xml"/><Relationship Id="rId4" Type="http://schemas.openxmlformats.org/officeDocument/2006/relationships/diagramData" Target="../diagrams/data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0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0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0.xml"/><Relationship Id="rId5" Type="http://schemas.openxmlformats.org/officeDocument/2006/relationships/diagramLayout" Target="../diagrams/layout30.xml"/><Relationship Id="rId4" Type="http://schemas.openxmlformats.org/officeDocument/2006/relationships/diagramData" Target="../diagrams/data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425483"/>
            <a:ext cx="9144000" cy="212598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4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Dati sui Voli </a:t>
            </a:r>
            <a:r>
              <a:rPr lang="en-US" sz="4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Aerei</a:t>
            </a:r>
            <a:endParaRPr lang="en-US" sz="4000"/>
          </a:p>
        </p:txBody>
      </p:sp>
      <p:sp>
        <p:nvSpPr>
          <p:cNvPr id="5" name="Text 2"/>
          <p:cNvSpPr/>
          <p:nvPr/>
        </p:nvSpPr>
        <p:spPr>
          <a:xfrm>
            <a:off x="365760" y="14447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Apache Spark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365760" y="19933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 Batch Processing </a:t>
            </a:r>
            <a:r>
              <a:rPr lang="en-US" sz="130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Containerizzata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365760" y="2423160"/>
            <a:ext cx="2286000" cy="36576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65760" y="25786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SABD A.A. 2025/26  |  Prof. Cardellini &amp; Nardelli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3562643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Jin  |  Elisa Marzioli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457200" y="4047275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Ingegneria Informatica – Università degli Studi di Roma Tor Vergata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Roadmap</a:t>
            </a:r>
            <a:endParaRPr lang="en-US" sz="2000"/>
          </a:p>
        </p:txBody>
      </p:sp>
      <p:sp>
        <p:nvSpPr>
          <p:cNvPr id="5" name="Shape 2"/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6" name="Diagramma 15">
            <a:extLst>
              <a:ext uri="{FF2B5EF4-FFF2-40B4-BE49-F238E27FC236}">
                <a16:creationId xmlns:a16="http://schemas.microsoft.com/office/drawing/2014/main" id="{50183B4E-8C58-9E98-99EF-9800A8F38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686965"/>
              </p:ext>
            </p:extLst>
          </p:nvPr>
        </p:nvGraphicFramePr>
        <p:xfrm>
          <a:off x="320040" y="694944"/>
          <a:ext cx="8503920" cy="397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7" name="Diagramma 16">
            <a:extLst>
              <a:ext uri="{FF2B5EF4-FFF2-40B4-BE49-F238E27FC236}">
                <a16:creationId xmlns:a16="http://schemas.microsoft.com/office/drawing/2014/main" id="{4BDFE920-6B08-B84E-D1AF-7C1524F36C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77881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A30D99DD-0C3C-C48B-A8E7-87CD7990B48E}"/>
              </a:ext>
            </a:extLst>
          </p:cNvPr>
          <p:cNvSpPr txBox="1"/>
          <p:nvPr/>
        </p:nvSpPr>
        <p:spPr>
          <a:xfrm>
            <a:off x="8859396" y="4862297"/>
            <a:ext cx="291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7E20F-6729-13CD-A7AD-06F788CA1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70834B4-A0A3-A3E6-1573-0D59B2E8A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21C938D-6190-5022-24D4-7FC2A081A241}"/>
              </a:ext>
            </a:extLst>
          </p:cNvPr>
          <p:cNvSpPr/>
          <p:nvPr/>
        </p:nvSpPr>
        <p:spPr>
          <a:xfrm>
            <a:off x="453483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</a:t>
            </a:r>
            <a:r>
              <a:rPr lang="en-US" sz="3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30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E756EA6-BA08-6895-32B1-4CD2B174613C}"/>
              </a:ext>
            </a:extLst>
          </p:cNvPr>
          <p:cNvSpPr/>
          <p:nvPr/>
        </p:nvSpPr>
        <p:spPr>
          <a:xfrm>
            <a:off x="457200" y="2399371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949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A414D-24CF-3324-AD40-11CE293C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557F4D4-33E4-52A5-5C2F-8AFC4CCB27A6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4FC5D88-47A4-52E2-ECC9-90F213667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C9EBD09-4980-29B4-1AC3-CB87E4405320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F0DB83B-69C1-71E8-AD04-D82A613F4B2E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0AF61813-6A5B-7A9A-D144-22DFBC5D8FF8}"/>
              </a:ext>
            </a:extLst>
          </p:cNvPr>
          <p:cNvSpPr/>
          <p:nvPr/>
        </p:nvSpPr>
        <p:spPr>
          <a:xfrm>
            <a:off x="932670" y="1327174"/>
            <a:ext cx="7236697" cy="2459221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E9D2E5AB-BA8C-5341-13C0-778D4E812554}"/>
              </a:ext>
            </a:extLst>
          </p:cNvPr>
          <p:cNvSpPr/>
          <p:nvPr/>
        </p:nvSpPr>
        <p:spPr>
          <a:xfrm>
            <a:off x="1452207" y="1598370"/>
            <a:ext cx="6031429" cy="206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Batch Processing </a:t>
            </a:r>
            <a:r>
              <a:rPr lang="en-US" sz="1400" err="1"/>
              <a:t>su</a:t>
            </a:r>
            <a:r>
              <a:rPr lang="en-US" sz="1400"/>
              <a:t> </a:t>
            </a:r>
            <a:r>
              <a:rPr lang="en-US" sz="1400" err="1"/>
              <a:t>dati</a:t>
            </a:r>
            <a:r>
              <a:rPr lang="en-US" sz="1400"/>
              <a:t> di </a:t>
            </a:r>
            <a:r>
              <a:rPr lang="en-US" sz="1400" err="1"/>
              <a:t>volo</a:t>
            </a:r>
            <a:r>
              <a:rPr lang="en-US" sz="1400"/>
              <a:t> del </a:t>
            </a:r>
            <a:r>
              <a:rPr lang="it-IT" sz="1400"/>
              <a:t>Bureau of </a:t>
            </a:r>
            <a:r>
              <a:rPr lang="it-IT" sz="1400" err="1"/>
              <a:t>Transportation</a:t>
            </a:r>
            <a:r>
              <a:rPr lang="it-IT" sz="1400"/>
              <a:t> </a:t>
            </a:r>
            <a:r>
              <a:rPr lang="it-IT" sz="1400" err="1"/>
              <a:t>Statistics</a:t>
            </a:r>
            <a:r>
              <a:rPr lang="it-IT" sz="1400"/>
              <a:t> degli Stati Uniti (BTS);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/>
              <a:t>Circa 2,2 mln </a:t>
            </a:r>
            <a:r>
              <a:rPr lang="it-IT" sz="1400"/>
              <a:t>di voli da </a:t>
            </a:r>
            <a:r>
              <a:rPr lang="it-IT" sz="1400" b="1"/>
              <a:t>Gennaio 2025</a:t>
            </a:r>
            <a:r>
              <a:rPr lang="it-IT" sz="1400"/>
              <a:t> a </a:t>
            </a:r>
            <a:r>
              <a:rPr lang="it-IT" sz="1400" b="1"/>
              <a:t>Aprile 2025</a:t>
            </a:r>
            <a:r>
              <a:rPr lang="it-IT" sz="140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/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51E7A600-764B-61FE-2736-9890C10DEBA6}"/>
              </a:ext>
            </a:extLst>
          </p:cNvPr>
          <p:cNvSpPr/>
          <p:nvPr/>
        </p:nvSpPr>
        <p:spPr>
          <a:xfrm>
            <a:off x="932670" y="1327174"/>
            <a:ext cx="120008" cy="2459221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F8721E41-F568-93C7-45A3-44916BA507D4}"/>
              </a:ext>
            </a:extLst>
          </p:cNvPr>
          <p:cNvSpPr/>
          <p:nvPr/>
        </p:nvSpPr>
        <p:spPr>
          <a:xfrm>
            <a:off x="1196687" y="1422033"/>
            <a:ext cx="4920324" cy="426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6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600"/>
          </a:p>
        </p:txBody>
      </p:sp>
      <p:graphicFrame>
        <p:nvGraphicFramePr>
          <p:cNvPr id="10" name="Diagramma 9">
            <a:extLst>
              <a:ext uri="{FF2B5EF4-FFF2-40B4-BE49-F238E27FC236}">
                <a16:creationId xmlns:a16="http://schemas.microsoft.com/office/drawing/2014/main" id="{419A2DAA-4C3E-2A96-67CE-EF04232679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2633942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7" name="Immagine 16">
            <a:extLst>
              <a:ext uri="{FF2B5EF4-FFF2-40B4-BE49-F238E27FC236}">
                <a16:creationId xmlns:a16="http://schemas.microsoft.com/office/drawing/2014/main" id="{7F30D0CC-84B0-0611-C665-5863F7C741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6885" y="1446113"/>
            <a:ext cx="732188" cy="689383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E687FBD-FE1F-DCAB-9325-51ACE58E8F23}"/>
              </a:ext>
            </a:extLst>
          </p:cNvPr>
          <p:cNvSpPr txBox="1"/>
          <p:nvPr/>
        </p:nvSpPr>
        <p:spPr>
          <a:xfrm>
            <a:off x="8859396" y="4862297"/>
            <a:ext cx="291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294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2000"/>
          </a:p>
        </p:txBody>
      </p:sp>
      <p:sp>
        <p:nvSpPr>
          <p:cNvPr id="22" name="Shape 19"/>
          <p:cNvSpPr/>
          <p:nvPr/>
        </p:nvSpPr>
        <p:spPr>
          <a:xfrm>
            <a:off x="932670" y="1078991"/>
            <a:ext cx="7236697" cy="3225219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2"/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5"/>
          <p:cNvSpPr/>
          <p:nvPr/>
        </p:nvSpPr>
        <p:spPr>
          <a:xfrm>
            <a:off x="1196687" y="2644171"/>
            <a:ext cx="456030" cy="45058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1196687" y="3521620"/>
            <a:ext cx="456030" cy="45058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1796727" y="1766722"/>
            <a:ext cx="2180906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mensili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ritardo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cancellazione</a:t>
            </a: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AA e DL</a:t>
            </a:r>
            <a:endParaRPr lang="en-US" sz="1400"/>
          </a:p>
        </p:txBody>
      </p:sp>
      <p:sp>
        <p:nvSpPr>
          <p:cNvPr id="23" name="Shape 20"/>
          <p:cNvSpPr/>
          <p:nvPr/>
        </p:nvSpPr>
        <p:spPr>
          <a:xfrm>
            <a:off x="932670" y="1078991"/>
            <a:ext cx="120008" cy="3225219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1196687" y="1173850"/>
            <a:ext cx="4920324" cy="426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r>
              <a:rPr lang="en-US" sz="16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16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</a:t>
            </a:r>
            <a:endParaRPr lang="en-US" sz="1600"/>
          </a:p>
        </p:txBody>
      </p:sp>
      <p:sp>
        <p:nvSpPr>
          <p:cNvPr id="25" name="Shape 22"/>
          <p:cNvSpPr/>
          <p:nvPr/>
        </p:nvSpPr>
        <p:spPr>
          <a:xfrm>
            <a:off x="1196687" y="1766722"/>
            <a:ext cx="456030" cy="45058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1196687" y="1766722"/>
            <a:ext cx="456030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/>
          </a:p>
        </p:txBody>
      </p:sp>
      <p:sp>
        <p:nvSpPr>
          <p:cNvPr id="29" name="Text 26"/>
          <p:cNvSpPr/>
          <p:nvPr/>
        </p:nvSpPr>
        <p:spPr>
          <a:xfrm>
            <a:off x="1196687" y="2644171"/>
            <a:ext cx="456030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/>
          </a:p>
        </p:txBody>
      </p:sp>
      <p:sp>
        <p:nvSpPr>
          <p:cNvPr id="30" name="Text 27"/>
          <p:cNvSpPr/>
          <p:nvPr/>
        </p:nvSpPr>
        <p:spPr>
          <a:xfrm>
            <a:off x="1796727" y="2644171"/>
            <a:ext cx="2233158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compagnie per ritardo medio in arrivo con breakdown delle cause</a:t>
            </a:r>
            <a:endParaRPr lang="en-US" sz="1400"/>
          </a:p>
        </p:txBody>
      </p:sp>
      <p:sp>
        <p:nvSpPr>
          <p:cNvPr id="32" name="Text 29"/>
          <p:cNvSpPr/>
          <p:nvPr/>
        </p:nvSpPr>
        <p:spPr>
          <a:xfrm>
            <a:off x="1196687" y="3521620"/>
            <a:ext cx="456030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/>
          </a:p>
        </p:txBody>
      </p:sp>
      <p:sp>
        <p:nvSpPr>
          <p:cNvPr id="33" name="Text 30"/>
          <p:cNvSpPr/>
          <p:nvPr/>
        </p:nvSpPr>
        <p:spPr>
          <a:xfrm>
            <a:off x="1796727" y="3521620"/>
            <a:ext cx="2180906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Percentili P25/P50/P75/P90 di DEP_DELAY per ora e compagnia (AA, DL, UA, WN)</a:t>
            </a:r>
            <a:endParaRPr lang="en-US" sz="1400"/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46972521-5CF5-0ABE-5D4C-7FA56D90BD50}"/>
              </a:ext>
            </a:extLst>
          </p:cNvPr>
          <p:cNvSpPr/>
          <p:nvPr/>
        </p:nvSpPr>
        <p:spPr>
          <a:xfrm>
            <a:off x="4683026" y="1766722"/>
            <a:ext cx="456030" cy="45058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3428306E-97BC-CC47-6146-45F87133545D}"/>
              </a:ext>
            </a:extLst>
          </p:cNvPr>
          <p:cNvSpPr/>
          <p:nvPr/>
        </p:nvSpPr>
        <p:spPr>
          <a:xfrm>
            <a:off x="4683026" y="2353164"/>
            <a:ext cx="456030" cy="45058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1AE21222-B43A-78DD-908A-B49774903392}"/>
              </a:ext>
            </a:extLst>
          </p:cNvPr>
          <p:cNvSpPr/>
          <p:nvPr/>
        </p:nvSpPr>
        <p:spPr>
          <a:xfrm>
            <a:off x="4676508" y="3537184"/>
            <a:ext cx="456030" cy="45058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9D0D7EE7-A1B1-8FE1-3F4F-D29577413169}"/>
              </a:ext>
            </a:extLst>
          </p:cNvPr>
          <p:cNvSpPr/>
          <p:nvPr/>
        </p:nvSpPr>
        <p:spPr>
          <a:xfrm>
            <a:off x="4683026" y="1764620"/>
            <a:ext cx="456030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000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142ADC3B-2E3A-18DE-C5A0-89ED14FC1B26}"/>
              </a:ext>
            </a:extLst>
          </p:cNvPr>
          <p:cNvSpPr/>
          <p:nvPr/>
        </p:nvSpPr>
        <p:spPr>
          <a:xfrm>
            <a:off x="5283065" y="1770033"/>
            <a:ext cx="2180906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400"/>
              <a:t>DataFrame vs RDD </a:t>
            </a:r>
            <a:endParaRPr lang="en-US" sz="140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8EC469E6-C868-7992-330F-BE03D7E46DFC}"/>
              </a:ext>
            </a:extLst>
          </p:cNvPr>
          <p:cNvSpPr/>
          <p:nvPr/>
        </p:nvSpPr>
        <p:spPr>
          <a:xfrm>
            <a:off x="5283065" y="2962764"/>
            <a:ext cx="2403565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400"/>
              <a:t>Scalabilità del numero di worker </a:t>
            </a:r>
            <a:endParaRPr lang="en-US" sz="140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C600BC13-9C8F-F99D-6356-153BFFA53C5A}"/>
              </a:ext>
            </a:extLst>
          </p:cNvPr>
          <p:cNvSpPr/>
          <p:nvPr/>
        </p:nvSpPr>
        <p:spPr>
          <a:xfrm>
            <a:off x="5273870" y="3532206"/>
            <a:ext cx="2403565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400"/>
              <a:t>Impatto del caching</a:t>
            </a:r>
            <a:endParaRPr lang="en-US" sz="140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04C554A5-2A74-4FE4-1A27-9E142A56C3DD}"/>
              </a:ext>
            </a:extLst>
          </p:cNvPr>
          <p:cNvSpPr/>
          <p:nvPr/>
        </p:nvSpPr>
        <p:spPr>
          <a:xfrm>
            <a:off x="4683026" y="2947902"/>
            <a:ext cx="456030" cy="450582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E7B75E29-4A67-C384-6F2C-DEE3EBEEA82A}"/>
              </a:ext>
            </a:extLst>
          </p:cNvPr>
          <p:cNvSpPr/>
          <p:nvPr/>
        </p:nvSpPr>
        <p:spPr>
          <a:xfrm>
            <a:off x="4676508" y="2355892"/>
            <a:ext cx="456030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00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C8159918-59DD-69C3-DD44-33FE07ACE5C0}"/>
              </a:ext>
            </a:extLst>
          </p:cNvPr>
          <p:cNvSpPr/>
          <p:nvPr/>
        </p:nvSpPr>
        <p:spPr>
          <a:xfrm>
            <a:off x="4669990" y="2947164"/>
            <a:ext cx="456030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00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FDBE6812-4D9C-AB39-2DDF-942D22B9B264}"/>
              </a:ext>
            </a:extLst>
          </p:cNvPr>
          <p:cNvSpPr/>
          <p:nvPr/>
        </p:nvSpPr>
        <p:spPr>
          <a:xfrm>
            <a:off x="4663472" y="3538436"/>
            <a:ext cx="456030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000"/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D66E4D86-40CF-951A-CBA5-5C65D6EFF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197108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 24">
            <a:extLst>
              <a:ext uri="{FF2B5EF4-FFF2-40B4-BE49-F238E27FC236}">
                <a16:creationId xmlns:a16="http://schemas.microsoft.com/office/drawing/2014/main" id="{9C738853-7049-A1AA-59FA-A4099EC12C98}"/>
              </a:ext>
            </a:extLst>
          </p:cNvPr>
          <p:cNvSpPr/>
          <p:nvPr/>
        </p:nvSpPr>
        <p:spPr>
          <a:xfrm>
            <a:off x="5283065" y="2366398"/>
            <a:ext cx="2403565" cy="450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400"/>
              <a:t>Warm start vs Cold start</a:t>
            </a:r>
            <a:endParaRPr lang="en-US" sz="14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481CA8-F5FC-9820-F376-FBFAE33681FE}"/>
              </a:ext>
            </a:extLst>
          </p:cNvPr>
          <p:cNvSpPr txBox="1"/>
          <p:nvPr/>
        </p:nvSpPr>
        <p:spPr>
          <a:xfrm>
            <a:off x="8859396" y="4862297"/>
            <a:ext cx="291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EB491-D4FF-0A64-13BC-CDD1DCB5D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2C5BC7E-F208-14B6-4066-B7746B946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EADAD0B-8A81-66C4-6984-4A49CE232221}"/>
              </a:ext>
            </a:extLst>
          </p:cNvPr>
          <p:cNvSpPr/>
          <p:nvPr/>
        </p:nvSpPr>
        <p:spPr>
          <a:xfrm>
            <a:off x="453483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</a:t>
            </a:r>
            <a:r>
              <a:rPr lang="en-US" sz="3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30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B9D7D42-210E-2AA6-9585-D76ABE11BC0D}"/>
              </a:ext>
            </a:extLst>
          </p:cNvPr>
          <p:cNvSpPr/>
          <p:nvPr/>
        </p:nvSpPr>
        <p:spPr>
          <a:xfrm>
            <a:off x="457200" y="2399371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139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8F35-45D5-CC4A-200B-3D179A44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2025482-3C8A-5502-DB8F-08DA5D834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CFD2016-1492-AF5A-D430-A15B6BDAB1DA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684A85E-391A-2F50-E433-EA635042DCAA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progettuali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CB8113E-6D3C-13A0-32A9-82E55F2D9144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5322810-B416-EAC6-01CE-4AD1F1F14E6C}"/>
              </a:ext>
            </a:extLst>
          </p:cNvPr>
          <p:cNvSpPr/>
          <p:nvPr/>
        </p:nvSpPr>
        <p:spPr>
          <a:xfrm>
            <a:off x="1567536" y="1175657"/>
            <a:ext cx="2788920" cy="3007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407141B5-C64D-91CB-F8D4-42FD4537264A}"/>
              </a:ext>
            </a:extLst>
          </p:cNvPr>
          <p:cNvSpPr/>
          <p:nvPr/>
        </p:nvSpPr>
        <p:spPr>
          <a:xfrm>
            <a:off x="1567536" y="1175657"/>
            <a:ext cx="2788920" cy="384048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827B8FF-75B6-2172-C211-1A8946BEEC02}"/>
              </a:ext>
            </a:extLst>
          </p:cNvPr>
          <p:cNvSpPr/>
          <p:nvPr/>
        </p:nvSpPr>
        <p:spPr>
          <a:xfrm>
            <a:off x="1658976" y="1175657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endParaRPr lang="en-US" sz="115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4B27C6F2-FF8E-C2C7-D34D-623FB0ADB7D7}"/>
              </a:ext>
            </a:extLst>
          </p:cNvPr>
          <p:cNvSpPr/>
          <p:nvPr/>
        </p:nvSpPr>
        <p:spPr>
          <a:xfrm>
            <a:off x="1704696" y="1636781"/>
            <a:ext cx="2560320" cy="2467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Parquet</a:t>
            </a:r>
            <a:r>
              <a:rPr lang="en-US" sz="1300"/>
              <a:t>: </a:t>
            </a:r>
            <a:r>
              <a:rPr lang="en-US" sz="1300" err="1"/>
              <a:t>formato</a:t>
            </a:r>
            <a:r>
              <a:rPr lang="en-US" sz="1300"/>
              <a:t> storage </a:t>
            </a:r>
            <a:r>
              <a:rPr lang="en-US" sz="1300" err="1"/>
              <a:t>su</a:t>
            </a:r>
            <a:r>
              <a:rPr lang="en-US" sz="1300"/>
              <a:t> HDFS.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DataFrame</a:t>
            </a:r>
            <a:r>
              <a:rPr lang="en-US" sz="1300"/>
              <a:t>: API </a:t>
            </a:r>
            <a:r>
              <a:rPr lang="en-US" sz="1300" err="1"/>
              <a:t>principale</a:t>
            </a:r>
            <a:r>
              <a:rPr lang="en-US" sz="1300"/>
              <a:t> per il </a:t>
            </a:r>
            <a:r>
              <a:rPr lang="en-US" sz="1300" err="1"/>
              <a:t>processamento</a:t>
            </a:r>
            <a:r>
              <a:rPr lang="en-US" sz="1300"/>
              <a:t>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RDD</a:t>
            </a:r>
            <a:r>
              <a:rPr lang="en-US" sz="1300"/>
              <a:t>: API </a:t>
            </a:r>
            <a:r>
              <a:rPr lang="en-US" sz="1300" err="1"/>
              <a:t>alternativa</a:t>
            </a:r>
            <a:r>
              <a:rPr lang="en-US" sz="1300"/>
              <a:t> per il </a:t>
            </a:r>
            <a:r>
              <a:rPr lang="en-US" sz="1300" err="1"/>
              <a:t>confronto</a:t>
            </a:r>
            <a:r>
              <a:rPr lang="en-US" sz="1300"/>
              <a:t>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CSV</a:t>
            </a:r>
            <a:r>
              <a:rPr lang="en-US" sz="1300"/>
              <a:t>: </a:t>
            </a:r>
            <a:r>
              <a:rPr lang="en-US" sz="1300" err="1"/>
              <a:t>formato</a:t>
            </a:r>
            <a:r>
              <a:rPr lang="en-US" sz="1300"/>
              <a:t> di output dei </a:t>
            </a:r>
            <a:r>
              <a:rPr lang="en-US" sz="1300" err="1"/>
              <a:t>risultati</a:t>
            </a:r>
            <a:r>
              <a:rPr lang="en-US" sz="1300"/>
              <a:t>.</a:t>
            </a:r>
            <a:endParaRPr lang="en-US" sz="1300" b="1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2EACA816-263A-A2E7-038A-8964414FE510}"/>
              </a:ext>
            </a:extLst>
          </p:cNvPr>
          <p:cNvSpPr/>
          <p:nvPr/>
        </p:nvSpPr>
        <p:spPr>
          <a:xfrm>
            <a:off x="4690854" y="1175657"/>
            <a:ext cx="2788920" cy="3007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9A696C27-7EF3-9D18-D02F-DF2BF54F7495}"/>
              </a:ext>
            </a:extLst>
          </p:cNvPr>
          <p:cNvSpPr/>
          <p:nvPr/>
        </p:nvSpPr>
        <p:spPr>
          <a:xfrm>
            <a:off x="4690854" y="1175657"/>
            <a:ext cx="2788920" cy="384048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C3A5DD8B-10AC-1663-3947-7E472B9B841A}"/>
              </a:ext>
            </a:extLst>
          </p:cNvPr>
          <p:cNvSpPr/>
          <p:nvPr/>
        </p:nvSpPr>
        <p:spPr>
          <a:xfrm>
            <a:off x="4782294" y="1175657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Processing</a:t>
            </a:r>
            <a:endParaRPr lang="en-US" sz="115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962C9088-F2C3-9461-662C-D62070201EF1}"/>
              </a:ext>
            </a:extLst>
          </p:cNvPr>
          <p:cNvSpPr/>
          <p:nvPr/>
        </p:nvSpPr>
        <p:spPr>
          <a:xfrm>
            <a:off x="6227064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BC0BBC28-AB17-89EC-54AC-49F17230F770}"/>
              </a:ext>
            </a:extLst>
          </p:cNvPr>
          <p:cNvSpPr/>
          <p:nvPr/>
        </p:nvSpPr>
        <p:spPr>
          <a:xfrm>
            <a:off x="4809726" y="1639234"/>
            <a:ext cx="2560320" cy="247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Preprocessing</a:t>
            </a:r>
            <a:r>
              <a:rPr lang="en-US" sz="1300"/>
              <a:t> </a:t>
            </a:r>
            <a:r>
              <a:rPr lang="en-US" sz="1300" err="1"/>
              <a:t>eseguito</a:t>
            </a:r>
            <a:r>
              <a:rPr lang="en-US" sz="1300"/>
              <a:t> </a:t>
            </a:r>
            <a:r>
              <a:rPr lang="en-US" sz="1300" err="1"/>
              <a:t>una</a:t>
            </a:r>
            <a:r>
              <a:rPr lang="en-US" sz="1300"/>
              <a:t> sola volta per tutte le query, in Spark.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1300"/>
              <a:t>Selezione delle </a:t>
            </a:r>
            <a:r>
              <a:rPr lang="it-IT" sz="1300" b="1"/>
              <a:t>colonne utili </a:t>
            </a:r>
            <a:r>
              <a:rPr lang="it-IT" sz="1300"/>
              <a:t>alle tre query.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1300" b="1"/>
              <a:t>Eliminazione</a:t>
            </a:r>
            <a:r>
              <a:rPr lang="it-IT" sz="1300"/>
              <a:t> di righe con OP_UNIQUE_CARRIER nullo.</a:t>
            </a:r>
            <a:endParaRPr lang="en-US" sz="130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/>
              <a:t>I </a:t>
            </a:r>
            <a:r>
              <a:rPr lang="en-US" sz="1300" err="1"/>
              <a:t>valori</a:t>
            </a:r>
            <a:r>
              <a:rPr lang="en-US" sz="1300"/>
              <a:t> </a:t>
            </a:r>
            <a:r>
              <a:rPr lang="en-US" sz="1300" b="1"/>
              <a:t>null</a:t>
            </a:r>
            <a:r>
              <a:rPr lang="en-US" sz="1300"/>
              <a:t> </a:t>
            </a:r>
            <a:r>
              <a:rPr lang="en-US" sz="1300" err="1"/>
              <a:t>sono</a:t>
            </a:r>
            <a:r>
              <a:rPr lang="en-US" sz="1300"/>
              <a:t> </a:t>
            </a:r>
            <a:r>
              <a:rPr lang="en-US" sz="1300" err="1"/>
              <a:t>stati</a:t>
            </a:r>
            <a:r>
              <a:rPr lang="en-US" sz="1300"/>
              <a:t> </a:t>
            </a:r>
            <a:r>
              <a:rPr lang="en-US" sz="1300" err="1"/>
              <a:t>settati</a:t>
            </a:r>
            <a:r>
              <a:rPr lang="en-US" sz="1300"/>
              <a:t> a 0.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1300"/>
              <a:t>Scrittura in formato </a:t>
            </a:r>
            <a:r>
              <a:rPr lang="it-IT" sz="1300" b="1"/>
              <a:t>Parquet non partizionato.</a:t>
            </a:r>
            <a:endParaRPr lang="en-US" sz="1300"/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C385710F-0A16-F330-F0B4-558B875468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5282293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Elemento grafico 8" descr="Database con riempimento a tinta unita">
            <a:extLst>
              <a:ext uri="{FF2B5EF4-FFF2-40B4-BE49-F238E27FC236}">
                <a16:creationId xmlns:a16="http://schemas.microsoft.com/office/drawing/2014/main" id="{25CBF4E9-8798-50E6-3772-5BBED571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4081" y="1102505"/>
            <a:ext cx="914400" cy="914400"/>
          </a:xfrm>
          <a:prstGeom prst="rect">
            <a:avLst/>
          </a:prstGeom>
        </p:spPr>
      </p:pic>
      <p:pic>
        <p:nvPicPr>
          <p:cNvPr id="11" name="Elemento grafico 10" descr="Freccia circolare con riempimento a tinta unita">
            <a:extLst>
              <a:ext uri="{FF2B5EF4-FFF2-40B4-BE49-F238E27FC236}">
                <a16:creationId xmlns:a16="http://schemas.microsoft.com/office/drawing/2014/main" id="{0E594692-1B7C-E5F1-F087-215AB7CB13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79646" y="1065929"/>
            <a:ext cx="914400" cy="91440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6CEABAC-7C75-DCCA-3BCB-602555C853A5}"/>
              </a:ext>
            </a:extLst>
          </p:cNvPr>
          <p:cNvSpPr txBox="1"/>
          <p:nvPr/>
        </p:nvSpPr>
        <p:spPr>
          <a:xfrm>
            <a:off x="8859396" y="4862297"/>
            <a:ext cx="291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0221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F04C2-24A0-30B3-9295-B553C6B41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64CA2E4-D445-DD93-1EB9-BB42FFEB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7D6D658-EA99-D841-E69E-0EAAAD70E96F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DA837AF-D8C1-A500-4D7A-68CCB057F1E5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Architettura del Sistema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0D0AD2-C620-738E-22A0-FE5CB25E1241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magine 49">
            <a:extLst>
              <a:ext uri="{FF2B5EF4-FFF2-40B4-BE49-F238E27FC236}">
                <a16:creationId xmlns:a16="http://schemas.microsoft.com/office/drawing/2014/main" id="{EBD27D11-48F8-F88D-DCD6-EC665C9D8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642" y="752421"/>
            <a:ext cx="6098344" cy="3430319"/>
          </a:xfrm>
          <a:prstGeom prst="rect">
            <a:avLst/>
          </a:prstGeom>
        </p:spPr>
      </p:pic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81296099-7F3F-BC72-3FCA-6FF0E7E221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780045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314773E3-2A61-6BD9-359F-4197FFE95CD4}"/>
              </a:ext>
            </a:extLst>
          </p:cNvPr>
          <p:cNvSpPr txBox="1"/>
          <p:nvPr/>
        </p:nvSpPr>
        <p:spPr>
          <a:xfrm>
            <a:off x="8859396" y="4862297"/>
            <a:ext cx="291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11778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89A2A-576A-2FBC-9E9F-66A2E2AA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A2C86CB-78CD-6322-84E8-998FE85A3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3679FB1-9011-774E-CADC-92802669D6DF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73BC0E5-1DC4-EC21-5704-7A61E807B6D4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Architettura del Sistema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EA043B1-E2E2-6D4E-28EB-009127E8EE3B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magine 49">
            <a:extLst>
              <a:ext uri="{FF2B5EF4-FFF2-40B4-BE49-F238E27FC236}">
                <a16:creationId xmlns:a16="http://schemas.microsoft.com/office/drawing/2014/main" id="{AF9ABC49-3081-A03D-AC16-04109D878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642" y="752421"/>
            <a:ext cx="6098344" cy="3430319"/>
          </a:xfrm>
          <a:prstGeom prst="rect">
            <a:avLst/>
          </a:prstGeom>
        </p:spPr>
      </p:pic>
      <p:grpSp>
        <p:nvGrpSpPr>
          <p:cNvPr id="54" name="Gruppo 53">
            <a:extLst>
              <a:ext uri="{FF2B5EF4-FFF2-40B4-BE49-F238E27FC236}">
                <a16:creationId xmlns:a16="http://schemas.microsoft.com/office/drawing/2014/main" id="{F6429A00-9427-93FE-7690-75279647CA34}"/>
              </a:ext>
            </a:extLst>
          </p:cNvPr>
          <p:cNvGrpSpPr/>
          <p:nvPr/>
        </p:nvGrpSpPr>
        <p:grpSpPr>
          <a:xfrm>
            <a:off x="807718" y="1795458"/>
            <a:ext cx="1353312" cy="356438"/>
            <a:chOff x="1014984" y="1041627"/>
            <a:chExt cx="1353312" cy="356438"/>
          </a:xfrm>
          <a:solidFill>
            <a:srgbClr val="147F39"/>
          </a:solidFill>
        </p:grpSpPr>
        <p:sp>
          <p:nvSpPr>
            <p:cNvPr id="52" name="Shape 5">
              <a:extLst>
                <a:ext uri="{FF2B5EF4-FFF2-40B4-BE49-F238E27FC236}">
                  <a16:creationId xmlns:a16="http://schemas.microsoft.com/office/drawing/2014/main" id="{A6E111B7-8665-F6E1-1246-6064C02B1693}"/>
                </a:ext>
              </a:extLst>
            </p:cNvPr>
            <p:cNvSpPr/>
            <p:nvPr/>
          </p:nvSpPr>
          <p:spPr>
            <a:xfrm>
              <a:off x="1014984" y="1041627"/>
              <a:ext cx="1353312" cy="356438"/>
            </a:xfrm>
            <a:prstGeom prst="rect">
              <a:avLst/>
            </a:prstGeom>
            <a:grpFill/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Text 6">
              <a:extLst>
                <a:ext uri="{FF2B5EF4-FFF2-40B4-BE49-F238E27FC236}">
                  <a16:creationId xmlns:a16="http://schemas.microsoft.com/office/drawing/2014/main" id="{9AC2113F-9AC7-043C-CC8F-80C7DCB68BC8}"/>
                </a:ext>
              </a:extLst>
            </p:cNvPr>
            <p:cNvSpPr/>
            <p:nvPr/>
          </p:nvSpPr>
          <p:spPr>
            <a:xfrm>
              <a:off x="1036085" y="1100974"/>
              <a:ext cx="1311540" cy="237744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Ingestion</a:t>
              </a:r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65B0B775-333A-F87C-E4E7-F27D040B1DCC}"/>
              </a:ext>
            </a:extLst>
          </p:cNvPr>
          <p:cNvGrpSpPr/>
          <p:nvPr/>
        </p:nvGrpSpPr>
        <p:grpSpPr>
          <a:xfrm>
            <a:off x="3712228" y="921237"/>
            <a:ext cx="1353312" cy="356438"/>
            <a:chOff x="1014984" y="1041627"/>
            <a:chExt cx="1353312" cy="356438"/>
          </a:xfrm>
          <a:solidFill>
            <a:srgbClr val="147F39"/>
          </a:solidFill>
        </p:grpSpPr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85A39795-10DC-03A3-02CC-92F1FA733A6C}"/>
                </a:ext>
              </a:extLst>
            </p:cNvPr>
            <p:cNvSpPr/>
            <p:nvPr/>
          </p:nvSpPr>
          <p:spPr>
            <a:xfrm>
              <a:off x="1014984" y="1041627"/>
              <a:ext cx="1353312" cy="356438"/>
            </a:xfrm>
            <a:prstGeom prst="rect">
              <a:avLst/>
            </a:prstGeom>
            <a:grpFill/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A770DBE0-5BFD-AC2C-E7C7-9C3430472938}"/>
                </a:ext>
              </a:extLst>
            </p:cNvPr>
            <p:cNvSpPr/>
            <p:nvPr/>
          </p:nvSpPr>
          <p:spPr>
            <a:xfrm>
              <a:off x="1047369" y="1100974"/>
              <a:ext cx="1298329" cy="237744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Storage</a:t>
              </a:r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uppo 57">
            <a:extLst>
              <a:ext uri="{FF2B5EF4-FFF2-40B4-BE49-F238E27FC236}">
                <a16:creationId xmlns:a16="http://schemas.microsoft.com/office/drawing/2014/main" id="{EBD6C96B-E4DB-F94D-AFCF-044D72B10568}"/>
              </a:ext>
            </a:extLst>
          </p:cNvPr>
          <p:cNvGrpSpPr/>
          <p:nvPr/>
        </p:nvGrpSpPr>
        <p:grpSpPr>
          <a:xfrm>
            <a:off x="828819" y="2842348"/>
            <a:ext cx="1353312" cy="356438"/>
            <a:chOff x="1014984" y="1041627"/>
            <a:chExt cx="1353312" cy="356438"/>
          </a:xfrm>
          <a:solidFill>
            <a:srgbClr val="147F39"/>
          </a:solidFill>
        </p:grpSpPr>
        <p:sp>
          <p:nvSpPr>
            <p:cNvPr id="59" name="Shape 5">
              <a:extLst>
                <a:ext uri="{FF2B5EF4-FFF2-40B4-BE49-F238E27FC236}">
                  <a16:creationId xmlns:a16="http://schemas.microsoft.com/office/drawing/2014/main" id="{BE1422F9-A8F9-FE57-E5A9-7E0FC7D0AD8F}"/>
                </a:ext>
              </a:extLst>
            </p:cNvPr>
            <p:cNvSpPr/>
            <p:nvPr/>
          </p:nvSpPr>
          <p:spPr>
            <a:xfrm>
              <a:off x="1014984" y="1041627"/>
              <a:ext cx="1353312" cy="356438"/>
            </a:xfrm>
            <a:prstGeom prst="rect">
              <a:avLst/>
            </a:prstGeom>
            <a:grpFill/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Text 6">
              <a:extLst>
                <a:ext uri="{FF2B5EF4-FFF2-40B4-BE49-F238E27FC236}">
                  <a16:creationId xmlns:a16="http://schemas.microsoft.com/office/drawing/2014/main" id="{132E0A5A-9F75-B7C2-28B9-0327E93A3F56}"/>
                </a:ext>
              </a:extLst>
            </p:cNvPr>
            <p:cNvSpPr/>
            <p:nvPr/>
          </p:nvSpPr>
          <p:spPr>
            <a:xfrm>
              <a:off x="1014984" y="1100974"/>
              <a:ext cx="135331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Processing</a:t>
              </a:r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A695F12D-31C1-748F-80A5-C66F39DCE123}"/>
              </a:ext>
            </a:extLst>
          </p:cNvPr>
          <p:cNvGrpSpPr/>
          <p:nvPr/>
        </p:nvGrpSpPr>
        <p:grpSpPr>
          <a:xfrm>
            <a:off x="3712228" y="4240174"/>
            <a:ext cx="1353312" cy="356438"/>
            <a:chOff x="1014984" y="1041627"/>
            <a:chExt cx="1353312" cy="356438"/>
          </a:xfrm>
          <a:solidFill>
            <a:srgbClr val="147F39"/>
          </a:solidFill>
        </p:grpSpPr>
        <p:sp>
          <p:nvSpPr>
            <p:cNvPr id="62" name="Shape 5">
              <a:extLst>
                <a:ext uri="{FF2B5EF4-FFF2-40B4-BE49-F238E27FC236}">
                  <a16:creationId xmlns:a16="http://schemas.microsoft.com/office/drawing/2014/main" id="{30BC069F-4D70-30A0-1B60-D92DEC2AA0F7}"/>
                </a:ext>
              </a:extLst>
            </p:cNvPr>
            <p:cNvSpPr/>
            <p:nvPr/>
          </p:nvSpPr>
          <p:spPr>
            <a:xfrm>
              <a:off x="1014984" y="1041627"/>
              <a:ext cx="1353312" cy="356438"/>
            </a:xfrm>
            <a:prstGeom prst="rect">
              <a:avLst/>
            </a:prstGeom>
            <a:grpFill/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Text 6">
              <a:extLst>
                <a:ext uri="{FF2B5EF4-FFF2-40B4-BE49-F238E27FC236}">
                  <a16:creationId xmlns:a16="http://schemas.microsoft.com/office/drawing/2014/main" id="{16915961-045B-EBCE-D762-3984E1DF020D}"/>
                </a:ext>
              </a:extLst>
            </p:cNvPr>
            <p:cNvSpPr/>
            <p:nvPr/>
          </p:nvSpPr>
          <p:spPr>
            <a:xfrm>
              <a:off x="1014984" y="1100974"/>
              <a:ext cx="135331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Serving</a:t>
              </a:r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2B5E68D7-2D96-F853-21D3-95C57BF822A3}"/>
              </a:ext>
            </a:extLst>
          </p:cNvPr>
          <p:cNvGrpSpPr/>
          <p:nvPr/>
        </p:nvGrpSpPr>
        <p:grpSpPr>
          <a:xfrm>
            <a:off x="7470648" y="3391993"/>
            <a:ext cx="1353312" cy="356438"/>
            <a:chOff x="1014984" y="1041627"/>
            <a:chExt cx="1353312" cy="356438"/>
          </a:xfrm>
        </p:grpSpPr>
        <p:sp>
          <p:nvSpPr>
            <p:cNvPr id="65" name="Shape 5">
              <a:extLst>
                <a:ext uri="{FF2B5EF4-FFF2-40B4-BE49-F238E27FC236}">
                  <a16:creationId xmlns:a16="http://schemas.microsoft.com/office/drawing/2014/main" id="{94C6E879-9149-BA95-2495-217ABB041205}"/>
                </a:ext>
              </a:extLst>
            </p:cNvPr>
            <p:cNvSpPr/>
            <p:nvPr/>
          </p:nvSpPr>
          <p:spPr>
            <a:xfrm>
              <a:off x="1014984" y="1041627"/>
              <a:ext cx="1353312" cy="356438"/>
            </a:xfrm>
            <a:prstGeom prst="rect">
              <a:avLst/>
            </a:prstGeom>
            <a:solidFill>
              <a:srgbClr val="147F39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6" name="Text 6">
              <a:extLst>
                <a:ext uri="{FF2B5EF4-FFF2-40B4-BE49-F238E27FC236}">
                  <a16:creationId xmlns:a16="http://schemas.microsoft.com/office/drawing/2014/main" id="{88C830A2-03E3-9A98-7E4B-7660F45313EE}"/>
                </a:ext>
              </a:extLst>
            </p:cNvPr>
            <p:cNvSpPr/>
            <p:nvPr/>
          </p:nvSpPr>
          <p:spPr>
            <a:xfrm>
              <a:off x="1014984" y="1100974"/>
              <a:ext cx="135331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Visualization</a:t>
              </a:r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6B650140-F1AB-18E8-F81D-D5708103641C}"/>
              </a:ext>
            </a:extLst>
          </p:cNvPr>
          <p:cNvGrpSpPr/>
          <p:nvPr/>
        </p:nvGrpSpPr>
        <p:grpSpPr>
          <a:xfrm>
            <a:off x="7400309" y="1154818"/>
            <a:ext cx="1353312" cy="356438"/>
            <a:chOff x="1014984" y="1041627"/>
            <a:chExt cx="1353312" cy="356438"/>
          </a:xfrm>
          <a:solidFill>
            <a:srgbClr val="147F39"/>
          </a:solidFill>
        </p:grpSpPr>
        <p:sp>
          <p:nvSpPr>
            <p:cNvPr id="68" name="Shape 5">
              <a:extLst>
                <a:ext uri="{FF2B5EF4-FFF2-40B4-BE49-F238E27FC236}">
                  <a16:creationId xmlns:a16="http://schemas.microsoft.com/office/drawing/2014/main" id="{FBCD9C7D-7312-1530-842D-F144489ABEDE}"/>
                </a:ext>
              </a:extLst>
            </p:cNvPr>
            <p:cNvSpPr/>
            <p:nvPr/>
          </p:nvSpPr>
          <p:spPr>
            <a:xfrm>
              <a:off x="1014984" y="1041627"/>
              <a:ext cx="1353312" cy="356438"/>
            </a:xfrm>
            <a:prstGeom prst="rect">
              <a:avLst/>
            </a:prstGeom>
            <a:grpFill/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9" name="Text 6">
              <a:extLst>
                <a:ext uri="{FF2B5EF4-FFF2-40B4-BE49-F238E27FC236}">
                  <a16:creationId xmlns:a16="http://schemas.microsoft.com/office/drawing/2014/main" id="{08DF4205-81F1-196F-BA3F-0EFFDA26C352}"/>
                </a:ext>
              </a:extLst>
            </p:cNvPr>
            <p:cNvSpPr/>
            <p:nvPr/>
          </p:nvSpPr>
          <p:spPr>
            <a:xfrm>
              <a:off x="1014984" y="1100974"/>
              <a:ext cx="135331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Orchestration</a:t>
              </a:r>
              <a:endParaRPr lang="en-US" sz="1400">
                <a:solidFill>
                  <a:schemeClr val="bg1"/>
                </a:solidFill>
              </a:endParaRPr>
            </a:p>
          </p:txBody>
        </p:sp>
      </p:grp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1BAE77CD-EA2F-81F8-ABB1-853F21B3FADD}"/>
              </a:ext>
            </a:extLst>
          </p:cNvPr>
          <p:cNvCxnSpPr>
            <a:cxnSpLocks/>
          </p:cNvCxnSpPr>
          <p:nvPr/>
        </p:nvCxnSpPr>
        <p:spPr>
          <a:xfrm flipV="1">
            <a:off x="2161030" y="1970416"/>
            <a:ext cx="301518" cy="3261"/>
          </a:xfrm>
          <a:prstGeom prst="straightConnector1">
            <a:avLst/>
          </a:prstGeom>
          <a:ln>
            <a:solidFill>
              <a:srgbClr val="147F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Parentesi graffa aperta 74">
            <a:extLst>
              <a:ext uri="{FF2B5EF4-FFF2-40B4-BE49-F238E27FC236}">
                <a16:creationId xmlns:a16="http://schemas.microsoft.com/office/drawing/2014/main" id="{4BEF4B46-3A11-769A-D14C-30EAD13B8457}"/>
              </a:ext>
            </a:extLst>
          </p:cNvPr>
          <p:cNvSpPr/>
          <p:nvPr/>
        </p:nvSpPr>
        <p:spPr>
          <a:xfrm>
            <a:off x="2223864" y="2386886"/>
            <a:ext cx="259785" cy="1221504"/>
          </a:xfrm>
          <a:prstGeom prst="leftBrace">
            <a:avLst/>
          </a:prstGeom>
          <a:ln>
            <a:solidFill>
              <a:srgbClr val="147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E80FCCFD-5B9B-222D-1040-143A57CB7D1D}"/>
              </a:ext>
            </a:extLst>
          </p:cNvPr>
          <p:cNvCxnSpPr>
            <a:cxnSpLocks/>
          </p:cNvCxnSpPr>
          <p:nvPr/>
        </p:nvCxnSpPr>
        <p:spPr>
          <a:xfrm>
            <a:off x="4388884" y="1277675"/>
            <a:ext cx="0" cy="471307"/>
          </a:xfrm>
          <a:prstGeom prst="straightConnector1">
            <a:avLst/>
          </a:prstGeom>
          <a:ln>
            <a:solidFill>
              <a:srgbClr val="147F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D50D593E-DE22-6063-DCCD-E627C0430550}"/>
              </a:ext>
            </a:extLst>
          </p:cNvPr>
          <p:cNvCxnSpPr>
            <a:cxnSpLocks/>
          </p:cNvCxnSpPr>
          <p:nvPr/>
        </p:nvCxnSpPr>
        <p:spPr>
          <a:xfrm flipV="1">
            <a:off x="4388884" y="3830287"/>
            <a:ext cx="0" cy="432007"/>
          </a:xfrm>
          <a:prstGeom prst="straightConnector1">
            <a:avLst/>
          </a:prstGeom>
          <a:ln>
            <a:solidFill>
              <a:srgbClr val="147F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79BC3214-75EE-C75C-A50D-446C33621C10}"/>
              </a:ext>
            </a:extLst>
          </p:cNvPr>
          <p:cNvCxnSpPr>
            <a:cxnSpLocks/>
          </p:cNvCxnSpPr>
          <p:nvPr/>
        </p:nvCxnSpPr>
        <p:spPr>
          <a:xfrm flipH="1">
            <a:off x="6770779" y="1511256"/>
            <a:ext cx="629530" cy="195398"/>
          </a:xfrm>
          <a:prstGeom prst="straightConnector1">
            <a:avLst/>
          </a:prstGeom>
          <a:ln>
            <a:solidFill>
              <a:srgbClr val="147F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2FF9BB89-7862-550C-8E4F-43E3323911AD}"/>
              </a:ext>
            </a:extLst>
          </p:cNvPr>
          <p:cNvCxnSpPr>
            <a:cxnSpLocks/>
          </p:cNvCxnSpPr>
          <p:nvPr/>
        </p:nvCxnSpPr>
        <p:spPr>
          <a:xfrm flipH="1" flipV="1">
            <a:off x="7085544" y="1237666"/>
            <a:ext cx="314765" cy="95371"/>
          </a:xfrm>
          <a:prstGeom prst="straightConnector1">
            <a:avLst/>
          </a:prstGeom>
          <a:ln>
            <a:solidFill>
              <a:srgbClr val="147F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ttore 2 88">
            <a:extLst>
              <a:ext uri="{FF2B5EF4-FFF2-40B4-BE49-F238E27FC236}">
                <a16:creationId xmlns:a16="http://schemas.microsoft.com/office/drawing/2014/main" id="{5616EB64-4A59-CBF5-D4C8-8E31FC60E2AB}"/>
              </a:ext>
            </a:extLst>
          </p:cNvPr>
          <p:cNvCxnSpPr>
            <a:cxnSpLocks/>
          </p:cNvCxnSpPr>
          <p:nvPr/>
        </p:nvCxnSpPr>
        <p:spPr>
          <a:xfrm flipH="1">
            <a:off x="6999379" y="3570212"/>
            <a:ext cx="471269" cy="0"/>
          </a:xfrm>
          <a:prstGeom prst="straightConnector1">
            <a:avLst/>
          </a:prstGeom>
          <a:ln>
            <a:solidFill>
              <a:srgbClr val="147F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66FA39A0-C1FF-9AB8-930B-E7DCEE971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230162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0E1E50-8CB1-3756-B832-7A80651907F2}"/>
              </a:ext>
            </a:extLst>
          </p:cNvPr>
          <p:cNvSpPr txBox="1"/>
          <p:nvPr/>
        </p:nvSpPr>
        <p:spPr>
          <a:xfrm>
            <a:off x="98481" y="3451340"/>
            <a:ext cx="1460675" cy="4767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100">
                <a:solidFill>
                  <a:srgbClr val="184C1E"/>
                </a:solidFill>
              </a:rPr>
              <a:t>1 GB di RAM e 1 core per ciascun Worker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8D0649F-D26B-A943-A18D-0DC20EA15BE7}"/>
              </a:ext>
            </a:extLst>
          </p:cNvPr>
          <p:cNvSpPr txBox="1"/>
          <p:nvPr/>
        </p:nvSpPr>
        <p:spPr>
          <a:xfrm>
            <a:off x="8859396" y="4862297"/>
            <a:ext cx="2911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8893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92AC6-20ED-A689-0E0F-66BA91B96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B81907E-A97B-5799-5262-A264E944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F39E79C-E37A-25F9-30AF-6AD7547CB510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87FBB0-574B-2ECA-A40C-3E7DDE57642D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Architettura del Sistema – DAG Airflow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6504818-A3DE-0646-8B06-AB5642CF8AA2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0EF1153-6D9A-933C-0AF6-EF9B0FD1F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66" y="1764141"/>
            <a:ext cx="8700868" cy="1536942"/>
          </a:xfrm>
          <a:prstGeom prst="rect">
            <a:avLst/>
          </a:prstGeom>
        </p:spPr>
      </p:pic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FA081ABC-01BC-FD64-31C7-AF0A33FDDE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3468885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9" name="Gruppo 18">
            <a:extLst>
              <a:ext uri="{FF2B5EF4-FFF2-40B4-BE49-F238E27FC236}">
                <a16:creationId xmlns:a16="http://schemas.microsoft.com/office/drawing/2014/main" id="{BBD521D5-184E-47F0-5CBF-6D7F1A5350C1}"/>
              </a:ext>
            </a:extLst>
          </p:cNvPr>
          <p:cNvGrpSpPr/>
          <p:nvPr/>
        </p:nvGrpSpPr>
        <p:grpSpPr>
          <a:xfrm>
            <a:off x="320040" y="1574243"/>
            <a:ext cx="8503919" cy="309309"/>
            <a:chOff x="320040" y="1574243"/>
            <a:chExt cx="8503919" cy="309309"/>
          </a:xfrm>
        </p:grpSpPr>
        <p:sp>
          <p:nvSpPr>
            <p:cNvPr id="8" name="Parentesi graffa aperta 7">
              <a:extLst>
                <a:ext uri="{FF2B5EF4-FFF2-40B4-BE49-F238E27FC236}">
                  <a16:creationId xmlns:a16="http://schemas.microsoft.com/office/drawing/2014/main" id="{812DB41D-39F2-ABCC-9ACE-ACD2F16C70EA}"/>
                </a:ext>
              </a:extLst>
            </p:cNvPr>
            <p:cNvSpPr/>
            <p:nvPr/>
          </p:nvSpPr>
          <p:spPr>
            <a:xfrm rot="5400000">
              <a:off x="1634611" y="261468"/>
              <a:ext cx="306974" cy="2936116"/>
            </a:xfrm>
            <a:prstGeom prst="leftBrace">
              <a:avLst/>
            </a:prstGeom>
            <a:ln w="12700">
              <a:solidFill>
                <a:srgbClr val="147F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Parentesi graffa aperta 11">
              <a:extLst>
                <a:ext uri="{FF2B5EF4-FFF2-40B4-BE49-F238E27FC236}">
                  <a16:creationId xmlns:a16="http://schemas.microsoft.com/office/drawing/2014/main" id="{492A2326-4326-F055-85BF-94771A5DFFEF}"/>
                </a:ext>
              </a:extLst>
            </p:cNvPr>
            <p:cNvSpPr/>
            <p:nvPr/>
          </p:nvSpPr>
          <p:spPr>
            <a:xfrm rot="5400000">
              <a:off x="3708539" y="1249710"/>
              <a:ext cx="306976" cy="960707"/>
            </a:xfrm>
            <a:prstGeom prst="leftBrace">
              <a:avLst/>
            </a:prstGeom>
            <a:ln w="12700">
              <a:solidFill>
                <a:srgbClr val="147F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Parentesi graffa aperta 13">
              <a:extLst>
                <a:ext uri="{FF2B5EF4-FFF2-40B4-BE49-F238E27FC236}">
                  <a16:creationId xmlns:a16="http://schemas.microsoft.com/office/drawing/2014/main" id="{D01C0EB9-96CD-3C76-5B0B-A9E8B5116830}"/>
                </a:ext>
              </a:extLst>
            </p:cNvPr>
            <p:cNvSpPr/>
            <p:nvPr/>
          </p:nvSpPr>
          <p:spPr>
            <a:xfrm rot="5400000">
              <a:off x="5377516" y="650678"/>
              <a:ext cx="306976" cy="2155902"/>
            </a:xfrm>
            <a:prstGeom prst="leftBrace">
              <a:avLst/>
            </a:prstGeom>
            <a:ln w="12700">
              <a:solidFill>
                <a:srgbClr val="147F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Parentesi graffa aperta 15">
              <a:extLst>
                <a:ext uri="{FF2B5EF4-FFF2-40B4-BE49-F238E27FC236}">
                  <a16:creationId xmlns:a16="http://schemas.microsoft.com/office/drawing/2014/main" id="{7A45F6BA-16E1-C3DF-EE8E-D805C02683A3}"/>
                </a:ext>
              </a:extLst>
            </p:cNvPr>
            <p:cNvSpPr/>
            <p:nvPr/>
          </p:nvSpPr>
          <p:spPr>
            <a:xfrm rot="5400000">
              <a:off x="7633484" y="690743"/>
              <a:ext cx="306976" cy="2073975"/>
            </a:xfrm>
            <a:prstGeom prst="leftBrace">
              <a:avLst/>
            </a:prstGeom>
            <a:ln w="12700">
              <a:solidFill>
                <a:srgbClr val="147F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E47F8443-0506-44A2-A414-5B9AE50CCFA7}"/>
              </a:ext>
            </a:extLst>
          </p:cNvPr>
          <p:cNvGrpSpPr/>
          <p:nvPr/>
        </p:nvGrpSpPr>
        <p:grpSpPr>
          <a:xfrm>
            <a:off x="1116119" y="1200011"/>
            <a:ext cx="7069359" cy="345250"/>
            <a:chOff x="1116119" y="1200011"/>
            <a:chExt cx="7069359" cy="345250"/>
          </a:xfrm>
        </p:grpSpPr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C8E9EA4B-EFDC-4597-C5DF-FC1D9005D2B4}"/>
                </a:ext>
              </a:extLst>
            </p:cNvPr>
            <p:cNvSpPr txBox="1"/>
            <p:nvPr/>
          </p:nvSpPr>
          <p:spPr>
            <a:xfrm>
              <a:off x="1116119" y="1206707"/>
              <a:ext cx="13439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err="1">
                  <a:solidFill>
                    <a:srgbClr val="147F39"/>
                  </a:solidFill>
                </a:rPr>
                <a:t>NiFi</a:t>
              </a:r>
              <a:r>
                <a:rPr lang="it-IT" sz="1600" b="1">
                  <a:solidFill>
                    <a:srgbClr val="147F39"/>
                  </a:solidFill>
                </a:rPr>
                <a:t> </a:t>
              </a:r>
              <a:r>
                <a:rPr lang="it-IT" sz="1600" b="1" err="1">
                  <a:solidFill>
                    <a:srgbClr val="147F39"/>
                  </a:solidFill>
                </a:rPr>
                <a:t>Ingestion</a:t>
              </a:r>
              <a:endParaRPr lang="it-IT" sz="1600" b="1">
                <a:solidFill>
                  <a:srgbClr val="147F39"/>
                </a:solidFill>
              </a:endParaRP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DDE2E381-49D3-9B3B-5CBC-97AA4FBDED6B}"/>
                </a:ext>
              </a:extLst>
            </p:cNvPr>
            <p:cNvSpPr txBox="1"/>
            <p:nvPr/>
          </p:nvSpPr>
          <p:spPr>
            <a:xfrm>
              <a:off x="3176583" y="1206707"/>
              <a:ext cx="13708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err="1">
                  <a:solidFill>
                    <a:srgbClr val="147F39"/>
                  </a:solidFill>
                </a:rPr>
                <a:t>Preprocessing</a:t>
              </a:r>
              <a:endParaRPr lang="it-IT" sz="1600" b="1">
                <a:solidFill>
                  <a:srgbClr val="147F39"/>
                </a:solidFill>
              </a:endParaRP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28A23081-DEFC-988A-44F4-0965D8AE3208}"/>
                </a:ext>
              </a:extLst>
            </p:cNvPr>
            <p:cNvSpPr txBox="1"/>
            <p:nvPr/>
          </p:nvSpPr>
          <p:spPr>
            <a:xfrm>
              <a:off x="4880377" y="1200011"/>
              <a:ext cx="13012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 err="1">
                  <a:solidFill>
                    <a:srgbClr val="147F39"/>
                  </a:solidFill>
                </a:rPr>
                <a:t>Computation</a:t>
              </a:r>
              <a:endParaRPr lang="it-IT" sz="1600" b="1">
                <a:solidFill>
                  <a:srgbClr val="147F39"/>
                </a:solidFill>
              </a:endParaRP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9B493A38-CD0C-FFED-B6A1-EBF4E3213AA8}"/>
                </a:ext>
              </a:extLst>
            </p:cNvPr>
            <p:cNvSpPr txBox="1"/>
            <p:nvPr/>
          </p:nvSpPr>
          <p:spPr>
            <a:xfrm>
              <a:off x="7388465" y="1206707"/>
              <a:ext cx="7970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b="1">
                  <a:solidFill>
                    <a:srgbClr val="147F39"/>
                  </a:solidFill>
                </a:rPr>
                <a:t>Output</a:t>
              </a: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8446F0A-F685-00E8-DC7B-01B9613C8CC4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CE1CE35-76C9-6418-023B-D3F3D38613C1}"/>
              </a:ext>
            </a:extLst>
          </p:cNvPr>
          <p:cNvSpPr txBox="1"/>
          <p:nvPr/>
        </p:nvSpPr>
        <p:spPr>
          <a:xfrm>
            <a:off x="3722715" y="3875086"/>
            <a:ext cx="2358417" cy="28944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100" err="1">
                <a:solidFill>
                  <a:srgbClr val="184C1E"/>
                </a:solidFill>
              </a:rPr>
              <a:t>SequentialExecutor</a:t>
            </a:r>
            <a:r>
              <a:rPr lang="it-IT" sz="1100">
                <a:solidFill>
                  <a:srgbClr val="184C1E"/>
                </a:solidFill>
              </a:rPr>
              <a:t> per </a:t>
            </a:r>
            <a:r>
              <a:rPr lang="it-IT" sz="1100" err="1">
                <a:solidFill>
                  <a:srgbClr val="184C1E"/>
                </a:solidFill>
              </a:rPr>
              <a:t>deploy</a:t>
            </a:r>
            <a:r>
              <a:rPr lang="it-IT" sz="1100">
                <a:solidFill>
                  <a:srgbClr val="184C1E"/>
                </a:solidFill>
              </a:rPr>
              <a:t> locale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5C23B17-0AFC-202D-FCAF-D27763A21588}"/>
              </a:ext>
            </a:extLst>
          </p:cNvPr>
          <p:cNvCxnSpPr>
            <a:cxnSpLocks/>
          </p:cNvCxnSpPr>
          <p:nvPr/>
        </p:nvCxnSpPr>
        <p:spPr>
          <a:xfrm flipV="1">
            <a:off x="5183390" y="3261384"/>
            <a:ext cx="265839" cy="55233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4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64645-38CA-3A45-D749-AEB91AB8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B3430ED-6660-6401-3D58-6CCC7E85E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9E98FB0-B36B-DF1D-2C04-FCBC3A7A15B1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54672CA-D740-46DA-8D91-55D02D7633C7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 – Dataflow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87C92AB-05CF-3C13-AD6C-C94806F0286D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B9E77C6-7938-BA94-0A9B-629A39DAC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" y="1163970"/>
            <a:ext cx="8823960" cy="2961371"/>
          </a:xfrm>
          <a:prstGeom prst="rect">
            <a:avLst/>
          </a:prstGeom>
        </p:spPr>
      </p:pic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29F78823-248C-2849-0083-67D33D9214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951378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666D17E-2EE1-BAF4-FE64-2C3242951924}"/>
              </a:ext>
            </a:extLst>
          </p:cNvPr>
          <p:cNvSpPr txBox="1"/>
          <p:nvPr/>
        </p:nvSpPr>
        <p:spPr>
          <a:xfrm>
            <a:off x="6496023" y="2112049"/>
            <a:ext cx="2465097" cy="91940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it-IT" sz="1600">
                <a:solidFill>
                  <a:srgbClr val="184C1E"/>
                </a:solidFill>
              </a:rPr>
              <a:t>Vengono caricati su HDFS: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184C1E"/>
                </a:solidFill>
              </a:rPr>
              <a:t>L’archivio zip;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184C1E"/>
                </a:solidFill>
              </a:rPr>
              <a:t>I file CSV estratti;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13989024-8B90-67A2-ED82-D6306B9F8546}"/>
              </a:ext>
            </a:extLst>
          </p:cNvPr>
          <p:cNvCxnSpPr/>
          <p:nvPr/>
        </p:nvCxnSpPr>
        <p:spPr>
          <a:xfrm flipH="1" flipV="1">
            <a:off x="6073698" y="1992351"/>
            <a:ext cx="334536" cy="51295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19A25AB-6FCF-9ECA-A35E-912482B95248}"/>
              </a:ext>
            </a:extLst>
          </p:cNvPr>
          <p:cNvCxnSpPr>
            <a:cxnSpLocks/>
          </p:cNvCxnSpPr>
          <p:nvPr/>
        </p:nvCxnSpPr>
        <p:spPr>
          <a:xfrm flipH="1">
            <a:off x="6054243" y="2823240"/>
            <a:ext cx="373446" cy="61308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3D0C7DC-C6D8-3820-C7BB-9CBEC2055C3E}"/>
              </a:ext>
            </a:extLst>
          </p:cNvPr>
          <p:cNvSpPr txBox="1"/>
          <p:nvPr/>
        </p:nvSpPr>
        <p:spPr>
          <a:xfrm>
            <a:off x="320040" y="750669"/>
            <a:ext cx="3213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Versione </a:t>
            </a:r>
            <a:r>
              <a:rPr lang="it-IT" sz="1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NiFi</a:t>
            </a:r>
            <a:r>
              <a:rPr lang="it-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: 1.23.2 (compatibilità HDFS)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188FDE3-7E48-4A0D-4D46-9EE35961ABAF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357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8A9B-5047-A5EF-AA3E-5F700EE2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07E48C8-1D15-FB92-C038-D7654FED6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5EA9B46-1C59-A1DE-E0CB-5E10A9130D39}"/>
              </a:ext>
            </a:extLst>
          </p:cNvPr>
          <p:cNvSpPr/>
          <p:nvPr/>
        </p:nvSpPr>
        <p:spPr>
          <a:xfrm>
            <a:off x="453483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Query</a:t>
            </a:r>
            <a:endParaRPr lang="en-US" sz="30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480C6BC-F311-CB4B-34EB-3874F080343A}"/>
              </a:ext>
            </a:extLst>
          </p:cNvPr>
          <p:cNvSpPr/>
          <p:nvPr/>
        </p:nvSpPr>
        <p:spPr>
          <a:xfrm>
            <a:off x="457200" y="2399371"/>
            <a:ext cx="3657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166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1BE2D-B9A7-6162-3127-9A40610C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583D4EE-9C4C-FCC4-E038-7C40F1062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B1CA257-50D4-CB6D-A87B-73A998E0B102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FDF82C-A5F1-9787-5A49-18CC2DF75DE8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Q1 DataFrame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E62CD72-3A71-A791-EBA4-05A549B30AF9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E0C0F26-FD2B-14A5-FFCC-F65E9F8EC8F1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A047C1A-E56F-3CE2-FD59-5EB985EA3391}"/>
              </a:ext>
            </a:extLst>
          </p:cNvPr>
          <p:cNvSpPr/>
          <p:nvPr/>
        </p:nvSpPr>
        <p:spPr>
          <a:xfrm>
            <a:off x="384047" y="804672"/>
            <a:ext cx="8313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Mensili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Compagnia  (AA · DL) ): mean/min/max di DEP_DELAY e ARR_DELAY + CANCELLATION_RATE per ogni mese</a:t>
            </a:r>
            <a:endParaRPr lang="en-US" sz="11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220A3C3-904C-76F4-1878-200CEE0D2DF8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828F944-4C2B-C0EF-9FCF-A4B3614A511B}"/>
              </a:ext>
            </a:extLst>
          </p:cNvPr>
          <p:cNvSpPr txBox="1"/>
          <p:nvPr/>
        </p:nvSpPr>
        <p:spPr>
          <a:xfrm>
            <a:off x="4079066" y="1406568"/>
            <a:ext cx="4703644" cy="3016210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result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=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df_filtered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groupBy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"MONTH"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"OP_UNIQUE_CARRIER"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.agg(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F.count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"*"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total_flights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F.sum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is_cancelled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cancelled_flights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F.when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is_not_cancelled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"DEP_DELAY"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avg_dep_delay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F.min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F.when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is_not_cancelled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"DEP_DELAY"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min_dep_delay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F.max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F.when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is_not_cancelled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"DEP_DELAY"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max_dep_delay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</a:p>
          <a:p>
            <a:pPr>
              <a:buNone/>
            </a:pPr>
            <a:endParaRPr lang="it-IT" sz="1000">
              <a:solidFill>
                <a:srgbClr val="080808"/>
              </a:solidFill>
              <a:latin typeface="JetBrains Mono"/>
            </a:endParaRP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F.when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is_not_cancelled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"ARR_DELAY"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))).alias(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147F39"/>
                </a:solidFill>
                <a:effectLst/>
                <a:latin typeface="JetBrains Mono"/>
              </a:rPr>
              <a:t>arr_delay_mean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F.min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F.when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is_not_cancelled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"ARR_DELAY"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))).alias(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147F39"/>
                </a:solidFill>
                <a:effectLst/>
                <a:latin typeface="JetBrains Mono"/>
              </a:rPr>
              <a:t>arr_delay_min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F.max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F.when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is_not_cancelled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"ARR_DELAY"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))).alias(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147F39"/>
                </a:solidFill>
                <a:effectLst/>
                <a:latin typeface="JetBrains Mono"/>
              </a:rPr>
              <a:t>arr_delay_max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withColumn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cancellation_rate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cancelled_flights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 /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total_flights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 * 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100</a:t>
            </a:r>
            <a:br>
              <a:rPr lang="it-IT" sz="100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922CF7C-CD4C-7898-7D0D-DA0AB34133A6}"/>
              </a:ext>
            </a:extLst>
          </p:cNvPr>
          <p:cNvSpPr txBox="1"/>
          <p:nvPr/>
        </p:nvSpPr>
        <p:spPr>
          <a:xfrm>
            <a:off x="347540" y="1799484"/>
            <a:ext cx="3523772" cy="2246769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df</a:t>
            </a: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=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spark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.read.parquet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(PARQUET_PATH)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select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"MONTH"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"OP_UNIQUE_CARRIER"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"DEP_DELAY"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"ARR_DELAY"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"CANCELLED"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df_filtered</a:t>
            </a: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=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df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.filter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"OP_UNIQUE_CARRIER"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isin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(TARGET_AIRLINES))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33315851-D837-EF4F-9D44-B76DEB8B1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778351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08E4624-0520-992C-8BB9-F84E0E991D3A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296774-F366-B629-0AC3-51A468C8714D}"/>
              </a:ext>
            </a:extLst>
          </p:cNvPr>
          <p:cNvSpPr txBox="1"/>
          <p:nvPr/>
        </p:nvSpPr>
        <p:spPr>
          <a:xfrm>
            <a:off x="2252546" y="2486501"/>
            <a:ext cx="1228427" cy="28944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100" err="1">
                <a:solidFill>
                  <a:srgbClr val="184C1E"/>
                </a:solidFill>
              </a:rPr>
              <a:t>Column</a:t>
            </a:r>
            <a:r>
              <a:rPr lang="it-IT" sz="1100">
                <a:solidFill>
                  <a:srgbClr val="184C1E"/>
                </a:solidFill>
              </a:rPr>
              <a:t> </a:t>
            </a:r>
            <a:r>
              <a:rPr lang="it-IT" sz="1100" err="1">
                <a:solidFill>
                  <a:srgbClr val="184C1E"/>
                </a:solidFill>
              </a:rPr>
              <a:t>pruning</a:t>
            </a:r>
            <a:endParaRPr lang="it-IT" sz="1100">
              <a:solidFill>
                <a:srgbClr val="184C1E"/>
              </a:solidFill>
            </a:endParaRPr>
          </a:p>
        </p:txBody>
      </p:sp>
      <p:sp>
        <p:nvSpPr>
          <p:cNvPr id="11" name="Parentesi graffa chiusa 10">
            <a:extLst>
              <a:ext uri="{FF2B5EF4-FFF2-40B4-BE49-F238E27FC236}">
                <a16:creationId xmlns:a16="http://schemas.microsoft.com/office/drawing/2014/main" id="{4902BB34-360C-471F-B5F7-F55EC36319C0}"/>
              </a:ext>
            </a:extLst>
          </p:cNvPr>
          <p:cNvSpPr/>
          <p:nvPr/>
        </p:nvSpPr>
        <p:spPr>
          <a:xfrm>
            <a:off x="2007220" y="2245112"/>
            <a:ext cx="245326" cy="817756"/>
          </a:xfrm>
          <a:prstGeom prst="rightBrac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850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90AFD-8EA1-DFAE-4A4D-28149C88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19F788A-156A-B852-5DC8-EB5F3B109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E5CDBE5-A301-5461-305F-1B57FCE7F96B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EFA60E2-9019-7CAF-2DF1-C414D30F4B6C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Q1 RDD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424C06B-1B1B-9905-4BD4-750C359E242E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91A6BCB-A8B4-2090-67ED-6F2474559AD1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1BF9F14-629F-8732-8E44-DD44AA9F3C05}"/>
              </a:ext>
            </a:extLst>
          </p:cNvPr>
          <p:cNvSpPr/>
          <p:nvPr/>
        </p:nvSpPr>
        <p:spPr>
          <a:xfrm>
            <a:off x="384047" y="804672"/>
            <a:ext cx="820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Mensili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Compagnia  (AA · DL): mean/min/max di DEP_DELAY e ARR_DEPLY + CANCELLATION_RATE per ogni mese</a:t>
            </a:r>
            <a:endParaRPr lang="en-US" sz="11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FC9D14D-9C1C-ED42-BBFE-E23547642787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A246193E-62EA-8F52-F5A4-5CAD26422D52}"/>
              </a:ext>
            </a:extLst>
          </p:cNvPr>
          <p:cNvGraphicFramePr/>
          <p:nvPr/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B20767-9B68-D67F-53AF-6FAF76347584}"/>
              </a:ext>
            </a:extLst>
          </p:cNvPr>
          <p:cNvSpPr txBox="1"/>
          <p:nvPr/>
        </p:nvSpPr>
        <p:spPr>
          <a:xfrm>
            <a:off x="228600" y="1281881"/>
            <a:ext cx="3523772" cy="2246769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rdd_base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= (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spark.read.parquet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(PARQUET_PATH)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select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"MONTH"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"OP_UNIQUE_CARRIER"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"DEP_DELAY"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>
                <a:solidFill>
                  <a:srgbClr val="147F39"/>
                </a:solidFill>
                <a:latin typeface="JetBrains Mono"/>
              </a:rPr>
              <a:t>"ARR_DELAY",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"CANCELLED"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rdd</a:t>
            </a:r>
            <a:endParaRPr lang="it-IT" sz="100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(lambda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row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: (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row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"OP_UNIQUE_CARRIER"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 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row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"MONTH"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             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row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"DEP_DELAY"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row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"ARR_DELAY"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     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row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it-IT" sz="1000">
                <a:solidFill>
                  <a:srgbClr val="147F39"/>
                </a:solidFill>
                <a:effectLst/>
                <a:latin typeface="JetBrains Mono"/>
              </a:rPr>
              <a:t>"CANCELLED"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))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.filter(lambda r: r[0] in TARGET_AIRLINES)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.cache()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E859AD4-0737-EB47-C6DE-3BD4A8195314}"/>
              </a:ext>
            </a:extLst>
          </p:cNvPr>
          <p:cNvSpPr txBox="1"/>
          <p:nvPr/>
        </p:nvSpPr>
        <p:spPr>
          <a:xfrm>
            <a:off x="4012427" y="1325880"/>
            <a:ext cx="4105431" cy="3170099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dep_stats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= (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rdd_base</a:t>
            </a:r>
            <a:endParaRPr lang="it-IT" sz="100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.filter(lambda r: r[4] == 0 and r[2]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not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None)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(lambda r: ((r[1], r[0]), r[2]))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combineByKey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create_combiner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merge_value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merge_combiners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mapValues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to_stats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)</a:t>
            </a:r>
          </a:p>
          <a:p>
            <a:pPr>
              <a:buNone/>
            </a:pP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arr_stats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= (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rdd_base</a:t>
            </a:r>
            <a:endParaRPr lang="it-IT" sz="100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.filter(lambda r: r[4] == 0 and r[3]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not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None)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(lambda r: ((r[1], r[0]), r[3]))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combineByKey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create_combiner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merge_value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merge_combiners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mapValues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to_stats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)</a:t>
            </a:r>
          </a:p>
          <a:p>
            <a:pPr>
              <a:buNone/>
            </a:pPr>
            <a:r>
              <a:rPr lang="pt-BR" sz="1000" err="1">
                <a:solidFill>
                  <a:srgbClr val="080808"/>
                </a:solidFill>
                <a:effectLst/>
                <a:latin typeface="JetBrains Mono"/>
              </a:rPr>
              <a:t>cancel_stats</a:t>
            </a: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 = (</a:t>
            </a:r>
          </a:p>
          <a:p>
            <a:pPr>
              <a:buNone/>
            </a:pP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BR" sz="1000" err="1">
                <a:solidFill>
                  <a:srgbClr val="080808"/>
                </a:solidFill>
                <a:effectLst/>
                <a:latin typeface="JetBrains Mono"/>
              </a:rPr>
              <a:t>rdd_base</a:t>
            </a:r>
            <a:endParaRPr lang="pt-BR" sz="100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pt-BR" sz="1000" err="1"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(lambda r: ((r[1], r[0]), (r[4], 1)))</a:t>
            </a:r>
          </a:p>
          <a:p>
            <a:pPr>
              <a:buNone/>
            </a:pP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        .reduceByKey(lambda a, b: (a[0]+b[0], a[1]+b[1]))</a:t>
            </a:r>
          </a:p>
          <a:p>
            <a:pPr>
              <a:buNone/>
            </a:pP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        .</a:t>
            </a:r>
            <a:r>
              <a:rPr lang="pt-BR" sz="1000" err="1">
                <a:solidFill>
                  <a:srgbClr val="080808"/>
                </a:solidFill>
                <a:effectLst/>
                <a:latin typeface="JetBrains Mono"/>
              </a:rPr>
              <a:t>mapValues</a:t>
            </a: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(lambda v: round((v[0]/v[1])*100.0, 4))</a:t>
            </a:r>
          </a:p>
          <a:p>
            <a:pPr>
              <a:buNone/>
            </a:pPr>
            <a:r>
              <a:rPr lang="pt-BR" sz="1000">
                <a:solidFill>
                  <a:srgbClr val="080808"/>
                </a:solidFill>
                <a:effectLst/>
                <a:latin typeface="JetBrains Mono"/>
              </a:rPr>
              <a:t>    )</a:t>
            </a:r>
            <a:endParaRPr lang="it-IT" sz="100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44A369F-8FC5-CFAB-D6A9-669ED760D924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E6DACB4-FF8A-2FEB-7D30-9593342F7EB9}"/>
              </a:ext>
            </a:extLst>
          </p:cNvPr>
          <p:cNvSpPr txBox="1"/>
          <p:nvPr/>
        </p:nvSpPr>
        <p:spPr>
          <a:xfrm>
            <a:off x="6944023" y="2342526"/>
            <a:ext cx="1879937" cy="280928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050" dirty="0">
                <a:solidFill>
                  <a:srgbClr val="184C1E"/>
                </a:solidFill>
              </a:rPr>
              <a:t>Key = (</a:t>
            </a:r>
            <a:r>
              <a:rPr lang="it-IT" sz="1050" dirty="0" err="1">
                <a:solidFill>
                  <a:srgbClr val="184C1E"/>
                </a:solidFill>
              </a:rPr>
              <a:t>month</a:t>
            </a:r>
            <a:r>
              <a:rPr lang="it-IT" sz="1050" dirty="0">
                <a:solidFill>
                  <a:srgbClr val="184C1E"/>
                </a:solidFill>
              </a:rPr>
              <a:t>, carrier), </a:t>
            </a:r>
            <a:r>
              <a:rPr lang="it-IT" sz="1050" dirty="0" err="1">
                <a:solidFill>
                  <a:srgbClr val="184C1E"/>
                </a:solidFill>
              </a:rPr>
              <a:t>metric</a:t>
            </a:r>
            <a:endParaRPr lang="it-IT" sz="1050" dirty="0">
              <a:solidFill>
                <a:srgbClr val="184C1E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D07208D-A7D8-1EE6-BD67-1414E55C815E}"/>
              </a:ext>
            </a:extLst>
          </p:cNvPr>
          <p:cNvSpPr txBox="1"/>
          <p:nvPr/>
        </p:nvSpPr>
        <p:spPr>
          <a:xfrm>
            <a:off x="6944022" y="3681353"/>
            <a:ext cx="1879938" cy="272415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000">
                <a:solidFill>
                  <a:srgbClr val="184C1E"/>
                </a:solidFill>
              </a:rPr>
              <a:t>Accumulatore per voli cancellati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28FF601-2DAA-FE30-09F6-C0591D791BFE}"/>
              </a:ext>
            </a:extLst>
          </p:cNvPr>
          <p:cNvSpPr txBox="1"/>
          <p:nvPr/>
        </p:nvSpPr>
        <p:spPr>
          <a:xfrm>
            <a:off x="473927" y="3721155"/>
            <a:ext cx="2514600" cy="280928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050">
                <a:solidFill>
                  <a:srgbClr val="184C1E"/>
                </a:solidFill>
              </a:rPr>
              <a:t>combiner = (sum, min, max, count)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20C2961-FC0D-9561-D76D-571F8068A4B9}"/>
              </a:ext>
            </a:extLst>
          </p:cNvPr>
          <p:cNvSpPr txBox="1"/>
          <p:nvPr/>
        </p:nvSpPr>
        <p:spPr>
          <a:xfrm>
            <a:off x="377276" y="4060043"/>
            <a:ext cx="3226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Ogni partizione aggrega localmente, poi Spark unisce i risultati parziali durante lo shuffle.</a:t>
            </a:r>
          </a:p>
        </p:txBody>
      </p:sp>
    </p:spTree>
    <p:extLst>
      <p:ext uri="{BB962C8B-B14F-4D97-AF65-F5344CB8AC3E}">
        <p14:creationId xmlns:p14="http://schemas.microsoft.com/office/powerpoint/2010/main" val="105257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17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81F92-5CFD-AA82-FE2B-0534E700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877CBCB-C8E8-3AFC-6A81-8C52503B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B40563A-12B5-A74D-A790-83BD35AA57E6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9AF1ED8-F5B5-EE88-E7CF-17FDDF72BA5B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Q2 DataFrame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7770E7C-C466-B92C-F2EB-930406DC0E30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8A689DD-5FAD-5E34-E70E-738FF2AD007F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9EA2153-0E04-9B31-4B1B-04E42F5E0875}"/>
              </a:ext>
            </a:extLst>
          </p:cNvPr>
          <p:cNvSpPr/>
          <p:nvPr/>
        </p:nvSpPr>
        <p:spPr>
          <a:xfrm>
            <a:off x="384047" y="804672"/>
            <a:ext cx="68568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cause per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compagnia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Top 10 compagnie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aeree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ritardo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medio</a:t>
            </a:r>
            <a:endParaRPr lang="en-US" sz="11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985AADA-2A22-1813-6D30-21990A9EBD04}"/>
              </a:ext>
            </a:extLst>
          </p:cNvPr>
          <p:cNvSpPr/>
          <p:nvPr/>
        </p:nvSpPr>
        <p:spPr>
          <a:xfrm>
            <a:off x="384048" y="1243584"/>
            <a:ext cx="39319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805758E-E639-09C5-BA8A-FC4F83FBD61C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C86F94E-8F8C-7D83-939A-56012376BAB0}"/>
              </a:ext>
            </a:extLst>
          </p:cNvPr>
          <p:cNvSpPr txBox="1"/>
          <p:nvPr/>
        </p:nvSpPr>
        <p:spPr>
          <a:xfrm>
            <a:off x="320040" y="1314284"/>
            <a:ext cx="4343400" cy="861774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df_filtered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=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df</a:t>
            </a:r>
            <a:br>
              <a:rPr lang="it-IT" sz="10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.filter((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"CANCELLED"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 == 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 &amp; 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"DIVERTED"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 == 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.filter(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"ARR_DELAY"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isNotNull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())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C668BE7B-B448-A3D0-B8DC-79A42B14A063}"/>
              </a:ext>
            </a:extLst>
          </p:cNvPr>
          <p:cNvGraphicFramePr/>
          <p:nvPr/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1" name="Gruppo 10">
            <a:extLst>
              <a:ext uri="{FF2B5EF4-FFF2-40B4-BE49-F238E27FC236}">
                <a16:creationId xmlns:a16="http://schemas.microsoft.com/office/drawing/2014/main" id="{BBBCDF47-1909-CB99-6BA6-A61D03DBF62B}"/>
              </a:ext>
            </a:extLst>
          </p:cNvPr>
          <p:cNvGrpSpPr/>
          <p:nvPr/>
        </p:nvGrpSpPr>
        <p:grpSpPr>
          <a:xfrm>
            <a:off x="5059538" y="3207556"/>
            <a:ext cx="3764422" cy="1288423"/>
            <a:chOff x="5059538" y="1262045"/>
            <a:chExt cx="3764422" cy="1288423"/>
          </a:xfrm>
        </p:grpSpPr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81ECA2B0-099C-C4EC-6EE7-46A137253B80}"/>
                </a:ext>
              </a:extLst>
            </p:cNvPr>
            <p:cNvSpPr txBox="1"/>
            <p:nvPr/>
          </p:nvSpPr>
          <p:spPr>
            <a:xfrm>
              <a:off x="5059538" y="1380917"/>
              <a:ext cx="3764422" cy="1169551"/>
            </a:xfrm>
            <a:prstGeom prst="rect">
              <a:avLst/>
            </a:prstGeom>
            <a:noFill/>
            <a:ln w="12700">
              <a:solidFill>
                <a:srgbClr val="70AD47"/>
              </a:solidFill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it-IT" sz="1000">
                  <a:solidFill>
                    <a:srgbClr val="000000"/>
                  </a:solidFill>
                  <a:effectLst/>
                  <a:latin typeface="JetBrains Mono"/>
                </a:rPr>
                <a:t>top10_arrival_delay 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= (</a:t>
              </a:r>
              <a:b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it-IT" sz="1000" err="1">
                  <a:solidFill>
                    <a:srgbClr val="000000"/>
                  </a:solidFill>
                  <a:effectLst/>
                  <a:latin typeface="JetBrains Mono"/>
                </a:rPr>
                <a:t>all_airlines_stats</a:t>
              </a:r>
              <a:br>
                <a:rPr lang="it-IT" sz="1000">
                  <a:solidFill>
                    <a:srgbClr val="000000"/>
                  </a:solidFill>
                  <a:effectLst/>
                  <a:latin typeface="JetBrains Mono"/>
                </a:rPr>
              </a:br>
              <a:r>
                <a:rPr lang="it-IT" sz="1000">
                  <a:solidFill>
                    <a:srgbClr val="000000"/>
                  </a:solidFill>
                  <a:effectLst/>
                  <a:latin typeface="JetBrains Mono"/>
                </a:rPr>
                <a:t>    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.filter(</a:t>
              </a:r>
              <a:r>
                <a:rPr lang="it-IT" sz="1000" err="1">
                  <a:solidFill>
                    <a:srgbClr val="080808"/>
                  </a:solidFill>
                  <a:effectLst/>
                  <a:latin typeface="JetBrains Mono"/>
                </a:rPr>
                <a:t>F.col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it-IT" sz="1000">
                  <a:solidFill>
                    <a:srgbClr val="067D17"/>
                  </a:solidFill>
                  <a:effectLst/>
                  <a:latin typeface="JetBrains Mono"/>
                </a:rPr>
                <a:t>"</a:t>
              </a:r>
              <a:r>
                <a:rPr lang="it-IT" sz="1000" err="1">
                  <a:solidFill>
                    <a:srgbClr val="067D17"/>
                  </a:solidFill>
                  <a:effectLst/>
                  <a:latin typeface="JetBrains Mono"/>
                </a:rPr>
                <a:t>num_flights</a:t>
              </a:r>
              <a:r>
                <a:rPr lang="it-IT" sz="1000">
                  <a:solidFill>
                    <a:srgbClr val="067D17"/>
                  </a:solidFill>
                  <a:effectLst/>
                  <a:latin typeface="JetBrains Mono"/>
                </a:rPr>
                <a:t>"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) &gt;= MIN_VALID_FLIGHTS)</a:t>
              </a:r>
              <a:b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    .</a:t>
              </a:r>
              <a:r>
                <a:rPr lang="it-IT" sz="1000" err="1">
                  <a:solidFill>
                    <a:srgbClr val="080808"/>
                  </a:solidFill>
                  <a:effectLst/>
                  <a:latin typeface="JetBrains Mono"/>
                </a:rPr>
                <a:t>orderBy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it-IT" sz="1000" err="1">
                  <a:solidFill>
                    <a:srgbClr val="080808"/>
                  </a:solidFill>
                  <a:effectLst/>
                  <a:latin typeface="JetBrains Mono"/>
                </a:rPr>
                <a:t>F.col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it-IT" sz="1000">
                  <a:solidFill>
                    <a:srgbClr val="067D17"/>
                  </a:solidFill>
                  <a:effectLst/>
                  <a:latin typeface="JetBrains Mono"/>
                </a:rPr>
                <a:t>"</a:t>
              </a:r>
              <a:r>
                <a:rPr lang="it-IT" sz="1000" err="1">
                  <a:solidFill>
                    <a:srgbClr val="067D17"/>
                  </a:solidFill>
                  <a:effectLst/>
                  <a:latin typeface="JetBrains Mono"/>
                </a:rPr>
                <a:t>arrdelay_mean</a:t>
              </a:r>
              <a:r>
                <a:rPr lang="it-IT" sz="1000">
                  <a:solidFill>
                    <a:srgbClr val="067D17"/>
                  </a:solidFill>
                  <a:effectLst/>
                  <a:latin typeface="JetBrains Mono"/>
                </a:rPr>
                <a:t>"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).</a:t>
              </a:r>
              <a:r>
                <a:rPr lang="it-IT" sz="1000" err="1">
                  <a:solidFill>
                    <a:srgbClr val="080808"/>
                  </a:solidFill>
                  <a:effectLst/>
                  <a:latin typeface="JetBrains Mono"/>
                </a:rPr>
                <a:t>desc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())</a:t>
              </a:r>
              <a:b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    .</a:t>
              </a:r>
              <a:r>
                <a:rPr lang="it-IT" sz="1000" err="1">
                  <a:solidFill>
                    <a:srgbClr val="080808"/>
                  </a:solidFill>
                  <a:effectLst/>
                  <a:latin typeface="JetBrains Mono"/>
                </a:rPr>
                <a:t>limit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it-IT" sz="1000">
                  <a:solidFill>
                    <a:srgbClr val="1750EB"/>
                  </a:solidFill>
                  <a:effectLst/>
                  <a:latin typeface="JetBrains Mono"/>
                </a:rPr>
                <a:t>10</a:t>
              </a: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it-IT" sz="100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</a:p>
            <a:p>
              <a:pPr>
                <a:buNone/>
              </a:pPr>
              <a:endParaRPr lang="it-IT" sz="1000">
                <a:solidFill>
                  <a:srgbClr val="080808"/>
                </a:solidFill>
                <a:effectLst/>
                <a:latin typeface="JetBrains Mono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785D7164-A6E0-D964-A552-DD316F2C9225}"/>
                </a:ext>
              </a:extLst>
            </p:cNvPr>
            <p:cNvSpPr/>
            <p:nvPr/>
          </p:nvSpPr>
          <p:spPr>
            <a:xfrm>
              <a:off x="6903720" y="1262045"/>
              <a:ext cx="1517245" cy="237744"/>
            </a:xfrm>
            <a:prstGeom prst="rect">
              <a:avLst/>
            </a:prstGeom>
            <a:solidFill>
              <a:srgbClr val="70AD47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err="1">
                  <a:solidFill>
                    <a:schemeClr val="bg1"/>
                  </a:solidFill>
                </a:rPr>
                <a:t>Selezione</a:t>
              </a:r>
              <a:r>
                <a:rPr lang="en-US" sz="1400">
                  <a:solidFill>
                    <a:schemeClr val="bg1"/>
                  </a:solidFill>
                </a:rPr>
                <a:t> Top 10</a:t>
              </a: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A7C9E17-745B-2F26-A45E-F6C42541614A}"/>
              </a:ext>
            </a:extLst>
          </p:cNvPr>
          <p:cNvSpPr txBox="1"/>
          <p:nvPr/>
        </p:nvSpPr>
        <p:spPr>
          <a:xfrm>
            <a:off x="320040" y="2319224"/>
            <a:ext cx="4343400" cy="2246769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all_airlines_stats</a:t>
            </a: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=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df_filtered</a:t>
            </a:r>
            <a:br>
              <a:rPr lang="it-IT" sz="10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groupBy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F.col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"OP_UNIQUE_CARRIER"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.agg(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F.count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F.lit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num_flights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"ARR_DELAY"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arrdelay_mean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"CARRIER_DELAY"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carrier_delay_mean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"WEATHER_DELAY"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weather_delay_mean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"NAS_DELAY"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nas_delay_mean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"SECURITY_DELAY"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security_delay_mean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F.avg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"LATE_AIRCRAFT_DELAY"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).alias(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 err="1">
                <a:solidFill>
                  <a:srgbClr val="067D17"/>
                </a:solidFill>
                <a:effectLst/>
                <a:latin typeface="JetBrains Mono"/>
              </a:rPr>
              <a:t>late_aircraft_delay_mean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orderBy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67D17"/>
                </a:solidFill>
                <a:effectLst/>
                <a:latin typeface="JetBrains Mono"/>
              </a:rPr>
              <a:t>"carrier"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0E10A06-41DA-8A26-89EC-F38D37CD4C8E}"/>
              </a:ext>
            </a:extLst>
          </p:cNvPr>
          <p:cNvSpPr/>
          <p:nvPr/>
        </p:nvSpPr>
        <p:spPr>
          <a:xfrm>
            <a:off x="3611880" y="2263140"/>
            <a:ext cx="1517245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chemeClr val="bg1"/>
                </a:solidFill>
              </a:rPr>
              <a:t>Statistiche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medie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65B8700-4745-5577-25C4-E7F1953E81CC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3498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10F7FA-9E94-C50A-8752-C8EAD2B9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9E3FD82-9D86-BA43-54B6-B8B45377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7F89539-919B-D5F4-854A-8F232283D7AE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833CB31-6AF9-FAB9-B1DB-260DF271E026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Q2 RDD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61E931-8909-2BF8-42DB-B57F33C34F29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163A9E0-8A24-2F60-9164-779DF6727627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7CFB927-6288-D10B-2CC6-3490DC261CEB}"/>
              </a:ext>
            </a:extLst>
          </p:cNvPr>
          <p:cNvSpPr/>
          <p:nvPr/>
        </p:nvSpPr>
        <p:spPr>
          <a:xfrm>
            <a:off x="38404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compagnie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aeree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ritardo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medio</a:t>
            </a:r>
            <a:endParaRPr lang="en-US" sz="11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903828C-AD31-D25B-C29B-F80BA6D7F8CD}"/>
              </a:ext>
            </a:extLst>
          </p:cNvPr>
          <p:cNvSpPr/>
          <p:nvPr/>
        </p:nvSpPr>
        <p:spPr>
          <a:xfrm>
            <a:off x="384048" y="1243584"/>
            <a:ext cx="39319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84C7F13-8FDC-FAEA-5EA5-27C17E9920BC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DF132A5-1D90-BDF9-1FE6-41FFEF438B90}"/>
              </a:ext>
            </a:extLst>
          </p:cNvPr>
          <p:cNvSpPr txBox="1"/>
          <p:nvPr/>
        </p:nvSpPr>
        <p:spPr>
          <a:xfrm>
            <a:off x="228600" y="1446235"/>
            <a:ext cx="4703644" cy="3016210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all_airlines_rdd</a:t>
            </a: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=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it-IT" sz="1000" err="1">
                <a:solidFill>
                  <a:srgbClr val="000000"/>
                </a:solidFill>
                <a:effectLst/>
                <a:latin typeface="JetBrains Mono"/>
              </a:rPr>
              <a:t>valid_flights</a:t>
            </a:r>
            <a:br>
              <a:rPr lang="it-IT" sz="10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033B3"/>
                </a:solidFill>
                <a:effectLst/>
                <a:latin typeface="JetBrains Mono"/>
              </a:rPr>
              <a:t>lambda </a:t>
            </a: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: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(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        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</a:t>
            </a: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# ARR_DELAY</a:t>
            </a:r>
            <a:br>
              <a:rPr lang="it-IT" sz="1000" i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</a:t>
            </a: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# CARRIER_DELAY</a:t>
            </a:r>
            <a:br>
              <a:rPr lang="it-IT" sz="1000" i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</a:t>
            </a: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# WEATHER_DELAY</a:t>
            </a:r>
            <a:br>
              <a:rPr lang="it-IT" sz="1000" i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6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</a:t>
            </a: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# NAS_DELAY</a:t>
            </a:r>
            <a:br>
              <a:rPr lang="it-IT" sz="1000" i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7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</a:t>
            </a: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# SECURITY_DELAY</a:t>
            </a:r>
            <a:br>
              <a:rPr lang="it-IT" sz="1000" i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],  </a:t>
            </a: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# LATE_AIRCRAFT_DELAY</a:t>
            </a:r>
            <a:br>
              <a:rPr lang="it-IT" sz="1000" i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it-IT" sz="1000" i="1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))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combineByKey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create_combiner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merge_value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merge_combiners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to_result_row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err="1">
                <a:solidFill>
                  <a:srgbClr val="080808"/>
                </a:solidFill>
                <a:effectLst/>
                <a:latin typeface="JetBrains Mono"/>
              </a:rPr>
              <a:t>sortBy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>
                <a:solidFill>
                  <a:srgbClr val="0033B3"/>
                </a:solidFill>
                <a:effectLst/>
                <a:latin typeface="JetBrains Mono"/>
              </a:rPr>
              <a:t>lambda </a:t>
            </a:r>
            <a:r>
              <a:rPr lang="it-IT" sz="10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: r[</a:t>
            </a:r>
            <a:r>
              <a:rPr lang="it-IT" sz="100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    .cache()</a:t>
            </a:r>
            <a:br>
              <a:rPr lang="it-IT" sz="1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endParaRPr lang="it-IT" sz="100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1965B33-9632-E16D-217C-E664D717116F}"/>
              </a:ext>
            </a:extLst>
          </p:cNvPr>
          <p:cNvSpPr txBox="1"/>
          <p:nvPr/>
        </p:nvSpPr>
        <p:spPr>
          <a:xfrm>
            <a:off x="5141834" y="1417147"/>
            <a:ext cx="3523772" cy="1631216"/>
          </a:xfrm>
          <a:prstGeom prst="rect">
            <a:avLst/>
          </a:prstGeom>
          <a:noFill/>
          <a:ln w="12700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000" dirty="0">
                <a:solidFill>
                  <a:srgbClr val="000000"/>
                </a:solidFill>
                <a:effectLst/>
                <a:latin typeface="JetBrains Mono"/>
              </a:rPr>
              <a:t>top10_rdd 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= (</a:t>
            </a:r>
            <a:b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it-IT" sz="1000" dirty="0" err="1">
                <a:solidFill>
                  <a:srgbClr val="000000"/>
                </a:solidFill>
                <a:effectLst/>
                <a:latin typeface="JetBrains Mono"/>
              </a:rPr>
              <a:t>all_airlines_rdd</a:t>
            </a:r>
            <a:br>
              <a:rPr lang="it-IT" sz="1000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00000"/>
                </a:solidFill>
                <a:effectLst/>
                <a:latin typeface="JetBrains Mono"/>
              </a:rPr>
              <a:t>    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.filter(</a:t>
            </a:r>
            <a:r>
              <a:rPr lang="it-IT" sz="1000" dirty="0">
                <a:solidFill>
                  <a:srgbClr val="0033B3"/>
                </a:solidFill>
                <a:effectLst/>
                <a:latin typeface="JetBrains Mono"/>
              </a:rPr>
              <a:t>lambda </a:t>
            </a:r>
            <a:r>
              <a:rPr lang="it-IT" sz="1000" dirty="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: r[</a:t>
            </a:r>
            <a:r>
              <a:rPr lang="it-IT" sz="10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] &gt;= MIN_FLIGHTS_FOR_RANKING)</a:t>
            </a:r>
            <a:b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dirty="0" err="1">
                <a:solidFill>
                  <a:srgbClr val="080808"/>
                </a:solidFill>
                <a:effectLst/>
                <a:latin typeface="JetBrains Mono"/>
              </a:rPr>
              <a:t>sortBy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dirty="0">
                <a:solidFill>
                  <a:srgbClr val="0033B3"/>
                </a:solidFill>
                <a:effectLst/>
                <a:latin typeface="JetBrains Mono"/>
              </a:rPr>
              <a:t>lambda </a:t>
            </a:r>
            <a:r>
              <a:rPr lang="it-IT" sz="1000" dirty="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: -r[</a:t>
            </a:r>
            <a:r>
              <a:rPr lang="it-IT" sz="10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dirty="0" err="1">
                <a:solidFill>
                  <a:srgbClr val="080808"/>
                </a:solidFill>
                <a:effectLst/>
                <a:latin typeface="JetBrains Mono"/>
              </a:rPr>
              <a:t>zipWithIndex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    .filter(</a:t>
            </a:r>
            <a:r>
              <a:rPr lang="it-IT" sz="1000" dirty="0">
                <a:solidFill>
                  <a:srgbClr val="0033B3"/>
                </a:solidFill>
                <a:effectLst/>
                <a:latin typeface="JetBrains Mono"/>
              </a:rPr>
              <a:t>lambda </a:t>
            </a:r>
            <a:r>
              <a:rPr lang="it-IT" sz="1000" dirty="0" err="1">
                <a:solidFill>
                  <a:srgbClr val="000000"/>
                </a:solidFill>
                <a:effectLst/>
                <a:latin typeface="JetBrains Mono"/>
              </a:rPr>
              <a:t>kv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it-IT" sz="1000" dirty="0" err="1">
                <a:solidFill>
                  <a:srgbClr val="080808"/>
                </a:solidFill>
                <a:effectLst/>
                <a:latin typeface="JetBrains Mono"/>
              </a:rPr>
              <a:t>kv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it-IT" sz="10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] &lt; </a:t>
            </a:r>
            <a:r>
              <a:rPr lang="it-IT" sz="1000" dirty="0"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    .</a:t>
            </a:r>
            <a:r>
              <a:rPr lang="it-IT" sz="1000" dirty="0" err="1">
                <a:solidFill>
                  <a:srgbClr val="080808"/>
                </a:solidFill>
                <a:effectLst/>
                <a:latin typeface="JetBrains Mono"/>
              </a:rPr>
              <a:t>map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it-IT" sz="1000" dirty="0">
                <a:solidFill>
                  <a:srgbClr val="0033B3"/>
                </a:solidFill>
                <a:effectLst/>
                <a:latin typeface="JetBrains Mono"/>
              </a:rPr>
              <a:t>lambda </a:t>
            </a:r>
            <a:r>
              <a:rPr lang="it-IT" sz="1000" dirty="0" err="1">
                <a:solidFill>
                  <a:srgbClr val="000000"/>
                </a:solidFill>
                <a:effectLst/>
                <a:latin typeface="JetBrains Mono"/>
              </a:rPr>
              <a:t>kv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it-IT" sz="1000" dirty="0" err="1">
                <a:solidFill>
                  <a:srgbClr val="080808"/>
                </a:solidFill>
                <a:effectLst/>
                <a:latin typeface="JetBrains Mono"/>
              </a:rPr>
              <a:t>kv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it-IT" sz="10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    .cache()</a:t>
            </a:r>
            <a:b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it-IT" sz="10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endParaRPr lang="it-IT" sz="10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30AFBC89-DB5A-954E-2B96-280ED81DB9B9}"/>
              </a:ext>
            </a:extLst>
          </p:cNvPr>
          <p:cNvGraphicFramePr/>
          <p:nvPr/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 6">
            <a:extLst>
              <a:ext uri="{FF2B5EF4-FFF2-40B4-BE49-F238E27FC236}">
                <a16:creationId xmlns:a16="http://schemas.microsoft.com/office/drawing/2014/main" id="{462BA9CB-3E3A-2B89-D8CE-1437F59E93B9}"/>
              </a:ext>
            </a:extLst>
          </p:cNvPr>
          <p:cNvSpPr/>
          <p:nvPr/>
        </p:nvSpPr>
        <p:spPr>
          <a:xfrm>
            <a:off x="3243544" y="1362456"/>
            <a:ext cx="1517245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chemeClr val="bg1"/>
                </a:solidFill>
              </a:rPr>
              <a:t>Statistiche</a:t>
            </a:r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en-US" sz="1400" err="1">
                <a:solidFill>
                  <a:schemeClr val="bg1"/>
                </a:solidFill>
              </a:rPr>
              <a:t>medie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711BF62-1637-D6D7-D56E-2DBB88935174}"/>
              </a:ext>
            </a:extLst>
          </p:cNvPr>
          <p:cNvSpPr/>
          <p:nvPr/>
        </p:nvSpPr>
        <p:spPr>
          <a:xfrm>
            <a:off x="6978062" y="1298275"/>
            <a:ext cx="1517245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chemeClr val="bg1"/>
                </a:solidFill>
              </a:rPr>
              <a:t>Selezione</a:t>
            </a:r>
            <a:r>
              <a:rPr lang="en-US" sz="1400">
                <a:solidFill>
                  <a:schemeClr val="bg1"/>
                </a:solidFill>
              </a:rPr>
              <a:t> Top 10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CF84467-B8B5-3A9F-F19F-FFEACD80039D}"/>
              </a:ext>
            </a:extLst>
          </p:cNvPr>
          <p:cNvSpPr txBox="1"/>
          <p:nvPr/>
        </p:nvSpPr>
        <p:spPr>
          <a:xfrm>
            <a:off x="5141833" y="3196816"/>
            <a:ext cx="3523771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/>
              <a:t>Ogni partizione aggrega localmente, poi Spark unisce i risultati parziali durante lo shuffle.</a:t>
            </a:r>
          </a:p>
          <a:p>
            <a:endParaRPr lang="it-IT" sz="1400"/>
          </a:p>
          <a:p>
            <a:pPr algn="ctr"/>
            <a:r>
              <a:rPr lang="it-IT" sz="1100"/>
              <a:t> </a:t>
            </a:r>
            <a:r>
              <a:rPr lang="it-IT" sz="1100" err="1"/>
              <a:t>combiner</a:t>
            </a:r>
            <a:r>
              <a:rPr lang="it-IT" sz="1100"/>
              <a:t> = (</a:t>
            </a:r>
            <a:r>
              <a:rPr lang="it-IT" sz="1100" err="1"/>
              <a:t>arr</a:t>
            </a:r>
            <a:r>
              <a:rPr lang="it-IT" sz="1100"/>
              <a:t>, carrier, </a:t>
            </a:r>
            <a:r>
              <a:rPr lang="it-IT" sz="1100" err="1"/>
              <a:t>weather</a:t>
            </a:r>
            <a:r>
              <a:rPr lang="it-IT" sz="1100"/>
              <a:t>, </a:t>
            </a:r>
            <a:r>
              <a:rPr lang="it-IT" sz="1100" err="1"/>
              <a:t>nas</a:t>
            </a:r>
            <a:r>
              <a:rPr lang="it-IT" sz="1100"/>
              <a:t>, security, late)</a:t>
            </a:r>
          </a:p>
          <a:p>
            <a:endParaRPr lang="it-IT" sz="140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349EE6B-AEF3-30E2-1A46-75CD4F60000A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2D64429-B7FA-9013-4043-4242F01655E4}"/>
              </a:ext>
            </a:extLst>
          </p:cNvPr>
          <p:cNvSpPr txBox="1"/>
          <p:nvPr/>
        </p:nvSpPr>
        <p:spPr>
          <a:xfrm>
            <a:off x="2870233" y="3758508"/>
            <a:ext cx="1112097" cy="289441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sz="1050">
                <a:solidFill>
                  <a:srgbClr val="184C1E"/>
                </a:solidFill>
              </a:rPr>
              <a:t>Calcola la media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98DB67B2-F98C-8D46-18A3-EF03DED57F87}"/>
              </a:ext>
            </a:extLst>
          </p:cNvPr>
          <p:cNvCxnSpPr>
            <a:cxnSpLocks/>
          </p:cNvCxnSpPr>
          <p:nvPr/>
        </p:nvCxnSpPr>
        <p:spPr>
          <a:xfrm flipH="1" flipV="1">
            <a:off x="1605776" y="3725093"/>
            <a:ext cx="1264457" cy="1697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243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B175D-1934-55AA-CA11-5EDDEDD3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6E8338B-55CE-94D3-5335-850B2635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F44021E-EF15-1573-A1DD-4AB8A1D85198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427BF5D-0CA7-CCF1-4F63-480732DD4CAF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Q3 DataFrame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5E6A500-6154-3BAA-F394-304F25A7C077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26AA570-EEB9-C9EC-4D29-5701BDBC907A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4C683D3-1468-5AE0-CBE7-A35F165E9F11}"/>
              </a:ext>
            </a:extLst>
          </p:cNvPr>
          <p:cNvSpPr/>
          <p:nvPr/>
        </p:nvSpPr>
        <p:spPr>
          <a:xfrm>
            <a:off x="384048" y="1243584"/>
            <a:ext cx="39319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7923BF8-4157-8B86-1E5B-A8FDFEB8D243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B45863D-ECBF-AA18-ED7D-1A6A6F149BED}"/>
              </a:ext>
            </a:extLst>
          </p:cNvPr>
          <p:cNvSpPr/>
          <p:nvPr/>
        </p:nvSpPr>
        <p:spPr>
          <a:xfrm>
            <a:off x="384048" y="876513"/>
            <a:ext cx="796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P25/P50/P75/P90 di DEP_DELAY per ora e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compagnia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(AA, DL, UA, WN) + min/max DEP_DELAY</a:t>
            </a:r>
          </a:p>
          <a:p>
            <a:pPr marL="0" indent="0">
              <a:buNone/>
            </a:pPr>
            <a:endParaRPr lang="en-US" sz="115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4A01DABA-2186-C91D-F13A-0F5E8C30E21A}"/>
              </a:ext>
            </a:extLst>
          </p:cNvPr>
          <p:cNvSpPr txBox="1"/>
          <p:nvPr/>
        </p:nvSpPr>
        <p:spPr>
          <a:xfrm>
            <a:off x="825757" y="1277802"/>
            <a:ext cx="3538336" cy="33239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1000" err="1"/>
              <a:t>df</a:t>
            </a:r>
            <a:r>
              <a:rPr lang="it-IT" sz="1000"/>
              <a:t> = (</a:t>
            </a:r>
            <a:r>
              <a:rPr lang="it-IT" sz="1000" err="1"/>
              <a:t>spark.read.parquet</a:t>
            </a:r>
            <a:r>
              <a:rPr lang="it-IT" sz="1000"/>
              <a:t>(PARQUET_PATH)</a:t>
            </a:r>
          </a:p>
          <a:p>
            <a:r>
              <a:rPr lang="it-IT" sz="1000"/>
              <a:t>        .</a:t>
            </a:r>
            <a:r>
              <a:rPr lang="it-IT" sz="1000" err="1"/>
              <a:t>select</a:t>
            </a:r>
            <a:r>
              <a:rPr lang="it-IT" sz="1000"/>
              <a:t>(</a:t>
            </a:r>
          </a:p>
          <a:p>
            <a:r>
              <a:rPr lang="it-IT" sz="1000"/>
              <a:t>        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"OP_UNIQUE_CARRIER"</a:t>
            </a:r>
            <a:r>
              <a:rPr lang="it-IT" sz="1000"/>
              <a:t>,</a:t>
            </a:r>
          </a:p>
          <a:p>
            <a:r>
              <a:rPr lang="it-IT" sz="1000"/>
              <a:t>        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"CRS_DEP_TIME"</a:t>
            </a:r>
            <a:r>
              <a:rPr lang="it-IT" sz="1000"/>
              <a:t>,</a:t>
            </a:r>
          </a:p>
          <a:p>
            <a:r>
              <a:rPr lang="it-IT" sz="1000">
                <a:solidFill>
                  <a:srgbClr val="067D17"/>
                </a:solidFill>
                <a:latin typeface="JetBrains Mono"/>
              </a:rPr>
              <a:t>        "DEP_DELAY"</a:t>
            </a:r>
            <a:r>
              <a:rPr lang="it-IT" sz="1000"/>
              <a:t>,</a:t>
            </a:r>
          </a:p>
          <a:p>
            <a:r>
              <a:rPr lang="it-IT" sz="1000"/>
              <a:t>        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"CANCELLED"</a:t>
            </a:r>
            <a:r>
              <a:rPr lang="it-IT" sz="1000"/>
              <a:t>,</a:t>
            </a:r>
          </a:p>
          <a:p>
            <a:r>
              <a:rPr lang="it-IT" sz="1000"/>
              <a:t>        )</a:t>
            </a:r>
          </a:p>
          <a:p>
            <a:r>
              <a:rPr lang="it-IT" sz="1000"/>
              <a:t>    )</a:t>
            </a:r>
          </a:p>
          <a:p>
            <a:endParaRPr lang="it-IT" sz="1000"/>
          </a:p>
          <a:p>
            <a:r>
              <a:rPr lang="it-IT" sz="1000" err="1"/>
              <a:t>df_filtered</a:t>
            </a:r>
            <a:r>
              <a:rPr lang="it-IT" sz="1000"/>
              <a:t> = (</a:t>
            </a:r>
          </a:p>
          <a:p>
            <a:r>
              <a:rPr lang="it-IT" sz="1000"/>
              <a:t>        </a:t>
            </a:r>
            <a:r>
              <a:rPr lang="it-IT" sz="1000" err="1"/>
              <a:t>df</a:t>
            </a:r>
            <a:endParaRPr lang="it-IT" sz="1000"/>
          </a:p>
          <a:p>
            <a:r>
              <a:rPr lang="it-IT" sz="1000"/>
              <a:t>        .filter(</a:t>
            </a:r>
            <a:r>
              <a:rPr lang="it-IT" sz="1000" err="1"/>
              <a:t>F.col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("OP_UNIQUE_CARRIER"</a:t>
            </a:r>
            <a:r>
              <a:rPr lang="it-IT" sz="1000"/>
              <a:t>).</a:t>
            </a:r>
            <a:r>
              <a:rPr lang="it-IT" sz="1000" err="1"/>
              <a:t>isin</a:t>
            </a:r>
            <a:r>
              <a:rPr lang="it-IT" sz="1000"/>
              <a:t>(TARGET_AIRLINES))</a:t>
            </a:r>
          </a:p>
          <a:p>
            <a:r>
              <a:rPr lang="it-IT" sz="1000"/>
              <a:t>        .filter(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"CANCELLED"</a:t>
            </a:r>
            <a:r>
              <a:rPr lang="it-IT" sz="1000"/>
              <a:t>) == 0)</a:t>
            </a:r>
          </a:p>
          <a:p>
            <a:r>
              <a:rPr lang="it-IT" sz="1000"/>
              <a:t>        .filter(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"DEP_DELAY"</a:t>
            </a:r>
            <a:r>
              <a:rPr lang="it-IT" sz="1000"/>
              <a:t>).</a:t>
            </a:r>
            <a:r>
              <a:rPr lang="it-IT" sz="1000" err="1"/>
              <a:t>isNotNull</a:t>
            </a:r>
            <a:r>
              <a:rPr lang="it-IT" sz="1000"/>
              <a:t>())</a:t>
            </a:r>
          </a:p>
          <a:p>
            <a:r>
              <a:rPr lang="it-IT" sz="1000"/>
              <a:t>        .</a:t>
            </a:r>
            <a:r>
              <a:rPr lang="it-IT" sz="1000" err="1"/>
              <a:t>withColumn</a:t>
            </a:r>
            <a:r>
              <a:rPr lang="it-IT" sz="1000"/>
              <a:t>(</a:t>
            </a:r>
          </a:p>
          <a:p>
            <a:r>
              <a:rPr lang="it-IT" sz="1000"/>
              <a:t>            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"HOUR"</a:t>
            </a:r>
            <a:r>
              <a:rPr lang="it-IT" sz="1000"/>
              <a:t>,</a:t>
            </a:r>
          </a:p>
          <a:p>
            <a:r>
              <a:rPr lang="it-IT" sz="1000"/>
              <a:t>            (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"CRS_DEP_TIME"</a:t>
            </a:r>
            <a:r>
              <a:rPr lang="it-IT" sz="1000"/>
              <a:t>) / 100).cast(IntegerType())</a:t>
            </a:r>
          </a:p>
          <a:p>
            <a:r>
              <a:rPr lang="it-IT" sz="1000"/>
              <a:t>        )</a:t>
            </a:r>
          </a:p>
          <a:p>
            <a:r>
              <a:rPr lang="it-IT" sz="1000"/>
              <a:t>        .filter((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067D17"/>
                </a:solidFill>
                <a:latin typeface="JetBrains Mono"/>
              </a:rPr>
              <a:t>"HOUR"</a:t>
            </a:r>
            <a:r>
              <a:rPr lang="it-IT" sz="1000"/>
              <a:t>) &gt;= 0) &amp; (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"HOUR"</a:t>
            </a:r>
            <a:r>
              <a:rPr lang="it-IT" sz="1000"/>
              <a:t>) &lt;= 23))</a:t>
            </a:r>
          </a:p>
          <a:p>
            <a:r>
              <a:rPr lang="it-IT" sz="1000"/>
              <a:t>        .cache() </a:t>
            </a:r>
          </a:p>
          <a:p>
            <a:r>
              <a:rPr lang="it-IT" sz="1000"/>
              <a:t>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0AC7A2-A38A-DBF6-965E-4019701D5029}"/>
              </a:ext>
            </a:extLst>
          </p:cNvPr>
          <p:cNvSpPr txBox="1"/>
          <p:nvPr/>
        </p:nvSpPr>
        <p:spPr>
          <a:xfrm>
            <a:off x="5023275" y="1945923"/>
            <a:ext cx="2939107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1000" err="1"/>
              <a:t>result_minmax</a:t>
            </a:r>
            <a:r>
              <a:rPr lang="it-IT" sz="1000"/>
              <a:t> = (</a:t>
            </a:r>
          </a:p>
          <a:p>
            <a:r>
              <a:rPr lang="it-IT" sz="1000"/>
              <a:t>        </a:t>
            </a:r>
            <a:r>
              <a:rPr lang="it-IT" sz="1000" err="1"/>
              <a:t>df_filtered</a:t>
            </a:r>
            <a:endParaRPr lang="it-IT" sz="1000"/>
          </a:p>
          <a:p>
            <a:r>
              <a:rPr lang="it-IT" sz="1000"/>
              <a:t>        .</a:t>
            </a:r>
            <a:r>
              <a:rPr lang="it-IT" sz="1000" err="1"/>
              <a:t>groupBy</a:t>
            </a:r>
            <a:r>
              <a:rPr lang="it-IT" sz="1000"/>
              <a:t>(</a:t>
            </a:r>
          </a:p>
          <a:p>
            <a:r>
              <a:rPr lang="it-IT" sz="1000"/>
              <a:t>            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"OP_UNIQUE_CARRIER"</a:t>
            </a:r>
            <a:r>
              <a:rPr lang="it-IT" sz="1000"/>
              <a:t>).alias(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 err="1">
                <a:solidFill>
                  <a:srgbClr val="147F39"/>
                </a:solidFill>
              </a:rPr>
              <a:t>airline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/>
              <a:t>),</a:t>
            </a:r>
          </a:p>
          <a:p>
            <a:r>
              <a:rPr lang="it-IT" sz="1000"/>
              <a:t>        )</a:t>
            </a:r>
          </a:p>
          <a:p>
            <a:r>
              <a:rPr lang="it-IT" sz="1000"/>
              <a:t>        .agg(</a:t>
            </a:r>
          </a:p>
          <a:p>
            <a:r>
              <a:rPr lang="it-IT" sz="1000"/>
              <a:t>            </a:t>
            </a:r>
            <a:r>
              <a:rPr lang="it-IT" sz="1000" err="1"/>
              <a:t>F.min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"DEP_DELAY"</a:t>
            </a:r>
            <a:r>
              <a:rPr lang="it-IT" sz="1000"/>
              <a:t>).alias(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 err="1">
                <a:solidFill>
                  <a:srgbClr val="147F39"/>
                </a:solidFill>
              </a:rPr>
              <a:t>min_delay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/>
              <a:t>),</a:t>
            </a:r>
          </a:p>
          <a:p>
            <a:r>
              <a:rPr lang="it-IT" sz="1000"/>
              <a:t>            </a:t>
            </a:r>
            <a:r>
              <a:rPr lang="it-IT" sz="1000" err="1"/>
              <a:t>F.max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"DEP_DELAY"</a:t>
            </a:r>
            <a:r>
              <a:rPr lang="it-IT" sz="1000"/>
              <a:t>).alias(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 err="1">
                <a:solidFill>
                  <a:srgbClr val="147F39"/>
                </a:solidFill>
              </a:rPr>
              <a:t>max_delay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/>
              <a:t>),</a:t>
            </a:r>
          </a:p>
          <a:p>
            <a:r>
              <a:rPr lang="it-IT" sz="1000"/>
              <a:t>        )</a:t>
            </a:r>
          </a:p>
          <a:p>
            <a:r>
              <a:rPr lang="it-IT" sz="1000"/>
              <a:t>)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40A78B-E3AA-53FA-856A-70C13924FD0A}"/>
              </a:ext>
            </a:extLst>
          </p:cNvPr>
          <p:cNvSpPr/>
          <p:nvPr/>
        </p:nvSpPr>
        <p:spPr>
          <a:xfrm>
            <a:off x="6336220" y="1781245"/>
            <a:ext cx="1517245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chemeClr val="bg1"/>
                </a:solidFill>
              </a:rPr>
              <a:t>Calcolo</a:t>
            </a:r>
            <a:r>
              <a:rPr lang="en-US" sz="1400">
                <a:solidFill>
                  <a:schemeClr val="bg1"/>
                </a:solidFill>
              </a:rPr>
              <a:t> di min/max</a:t>
            </a:r>
          </a:p>
        </p:txBody>
      </p:sp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20BB1DA1-2974-99F3-EF16-79B46E9909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141794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5FD94D-7D5F-AC8A-7244-848278E4C3F7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3479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32934-767E-CBA4-C265-2CC467038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F25D25D-8E59-12D3-1C55-3D6049A6B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5E6CAA2-9075-B7E9-66C6-020C8AE7965A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E596088-7937-B88D-DEF6-117A33E050FC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Q3 DataFrame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3918271-CC85-A9DA-7136-9BBC8ABC045A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09D293D-1467-D3E7-031C-6C7BC59E636D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5048965-B857-8627-C3E5-B1CC86A13F3C}"/>
              </a:ext>
            </a:extLst>
          </p:cNvPr>
          <p:cNvSpPr/>
          <p:nvPr/>
        </p:nvSpPr>
        <p:spPr>
          <a:xfrm>
            <a:off x="384048" y="1243584"/>
            <a:ext cx="39319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50AC82C-F27B-7493-E5A8-B924D6316940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E9D216E-AF42-322B-9FBE-65DF8205EFF1}"/>
              </a:ext>
            </a:extLst>
          </p:cNvPr>
          <p:cNvSpPr/>
          <p:nvPr/>
        </p:nvSpPr>
        <p:spPr>
          <a:xfrm>
            <a:off x="384047" y="876513"/>
            <a:ext cx="7656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P25/P50/P75/P90 di DEP_DELAY per ora e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compagnia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(AA, DL, UA, WN) + min/max DEP_DELAY</a:t>
            </a:r>
          </a:p>
          <a:p>
            <a:pPr marL="0" indent="0">
              <a:buNone/>
            </a:pPr>
            <a:endParaRPr lang="en-US" sz="11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1883DBA-BC72-245D-C7F3-6906AB1E7EAA}"/>
              </a:ext>
            </a:extLst>
          </p:cNvPr>
          <p:cNvSpPr txBox="1"/>
          <p:nvPr/>
        </p:nvSpPr>
        <p:spPr>
          <a:xfrm>
            <a:off x="497695" y="1646398"/>
            <a:ext cx="4645152" cy="2246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1000" err="1"/>
              <a:t>result_percentiles</a:t>
            </a:r>
            <a:r>
              <a:rPr lang="it-IT" sz="1000"/>
              <a:t> = (</a:t>
            </a:r>
          </a:p>
          <a:p>
            <a:r>
              <a:rPr lang="it-IT" sz="1000"/>
              <a:t>        </a:t>
            </a:r>
            <a:r>
              <a:rPr lang="it-IT" sz="1000" err="1"/>
              <a:t>df_filtered</a:t>
            </a:r>
            <a:endParaRPr lang="it-IT" sz="1000"/>
          </a:p>
          <a:p>
            <a:r>
              <a:rPr lang="it-IT" sz="1000"/>
              <a:t>        .</a:t>
            </a:r>
            <a:r>
              <a:rPr lang="it-IT" sz="1000" err="1"/>
              <a:t>groupBy</a:t>
            </a:r>
            <a:r>
              <a:rPr lang="it-IT" sz="1000"/>
              <a:t>(</a:t>
            </a:r>
          </a:p>
          <a:p>
            <a:r>
              <a:rPr lang="it-IT" sz="1000"/>
              <a:t>            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"OP_UNIQUE_CARRIER"</a:t>
            </a:r>
            <a:r>
              <a:rPr lang="it-IT" sz="1000"/>
              <a:t>).alias(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 err="1">
                <a:solidFill>
                  <a:srgbClr val="147F39"/>
                </a:solidFill>
              </a:rPr>
              <a:t>airline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/>
              <a:t>),</a:t>
            </a:r>
          </a:p>
          <a:p>
            <a:r>
              <a:rPr lang="it-IT" sz="1000"/>
              <a:t>            </a:t>
            </a:r>
            <a:r>
              <a:rPr lang="it-IT" sz="1000" err="1"/>
              <a:t>F.col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"HOUR"</a:t>
            </a:r>
            <a:r>
              <a:rPr lang="it-IT" sz="1000"/>
              <a:t>).alias(</a:t>
            </a:r>
            <a:r>
              <a:rPr lang="it-IT" sz="1000">
                <a:solidFill>
                  <a:srgbClr val="147F39"/>
                </a:solidFill>
              </a:rPr>
              <a:t>"hour"</a:t>
            </a:r>
            <a:r>
              <a:rPr lang="it-IT" sz="1000"/>
              <a:t>),</a:t>
            </a:r>
          </a:p>
          <a:p>
            <a:r>
              <a:rPr lang="it-IT" sz="1000"/>
              <a:t>        )</a:t>
            </a:r>
          </a:p>
          <a:p>
            <a:r>
              <a:rPr lang="it-IT" sz="1000"/>
              <a:t>        .agg(</a:t>
            </a:r>
          </a:p>
          <a:p>
            <a:r>
              <a:rPr lang="it-IT" sz="1000"/>
              <a:t>            </a:t>
            </a:r>
            <a:r>
              <a:rPr lang="it-IT" sz="1000" err="1"/>
              <a:t>F.count</a:t>
            </a:r>
            <a:r>
              <a:rPr lang="it-IT" sz="1000"/>
              <a:t>(</a:t>
            </a:r>
            <a:r>
              <a:rPr lang="it-IT" sz="1000" err="1"/>
              <a:t>F.lit</a:t>
            </a:r>
            <a:r>
              <a:rPr lang="it-IT" sz="1000"/>
              <a:t>(1)).alias(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 err="1">
                <a:solidFill>
                  <a:srgbClr val="147F39"/>
                </a:solidFill>
              </a:rPr>
              <a:t>num_flights</a:t>
            </a:r>
            <a:r>
              <a:rPr lang="it-IT" sz="1000">
                <a:solidFill>
                  <a:srgbClr val="147F39"/>
                </a:solidFill>
              </a:rPr>
              <a:t>"</a:t>
            </a:r>
            <a:r>
              <a:rPr lang="it-IT" sz="1000"/>
              <a:t>),</a:t>
            </a:r>
          </a:p>
          <a:p>
            <a:r>
              <a:rPr lang="it-IT" sz="1000"/>
              <a:t>            </a:t>
            </a:r>
            <a:r>
              <a:rPr lang="it-IT" sz="1000" err="1"/>
              <a:t>F.percentile_approx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"DEP_DELAY"</a:t>
            </a:r>
            <a:r>
              <a:rPr lang="it-IT" sz="1000"/>
              <a:t>, 0.25, PERCENTILE_ACCURACY).alias(</a:t>
            </a:r>
            <a:r>
              <a:rPr lang="it-IT" sz="1000">
                <a:solidFill>
                  <a:srgbClr val="147F39"/>
                </a:solidFill>
              </a:rPr>
              <a:t>"p25"</a:t>
            </a:r>
            <a:r>
              <a:rPr lang="it-IT" sz="1000"/>
              <a:t>),</a:t>
            </a:r>
          </a:p>
          <a:p>
            <a:r>
              <a:rPr lang="it-IT" sz="1000"/>
              <a:t>            </a:t>
            </a:r>
            <a:r>
              <a:rPr lang="it-IT" sz="1000" err="1"/>
              <a:t>F.percentile_approx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"DEP_DELAY"</a:t>
            </a:r>
            <a:r>
              <a:rPr lang="it-IT" sz="1000"/>
              <a:t>, 0.50, PERCENTILE_ACCURACY).alias(</a:t>
            </a:r>
            <a:r>
              <a:rPr lang="it-IT" sz="1000">
                <a:solidFill>
                  <a:srgbClr val="147F39"/>
                </a:solidFill>
              </a:rPr>
              <a:t>"p50"</a:t>
            </a:r>
            <a:r>
              <a:rPr lang="it-IT" sz="1000"/>
              <a:t>),</a:t>
            </a:r>
          </a:p>
          <a:p>
            <a:r>
              <a:rPr lang="it-IT" sz="1000"/>
              <a:t>            </a:t>
            </a:r>
            <a:r>
              <a:rPr lang="it-IT" sz="1000" err="1"/>
              <a:t>F.percentile_approx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"DEP_DELAY"</a:t>
            </a:r>
            <a:r>
              <a:rPr lang="it-IT" sz="1000"/>
              <a:t>, 0.75, PERCENTILE_ACCURACY).alias(</a:t>
            </a:r>
            <a:r>
              <a:rPr lang="it-IT" sz="1000">
                <a:solidFill>
                  <a:srgbClr val="147F39"/>
                </a:solidFill>
              </a:rPr>
              <a:t>"p75"</a:t>
            </a:r>
            <a:r>
              <a:rPr lang="it-IT" sz="1000"/>
              <a:t>),</a:t>
            </a:r>
          </a:p>
          <a:p>
            <a:r>
              <a:rPr lang="it-IT" sz="1000"/>
              <a:t>            </a:t>
            </a:r>
            <a:r>
              <a:rPr lang="it-IT" sz="1000" err="1"/>
              <a:t>F.percentile_approx</a:t>
            </a:r>
            <a:r>
              <a:rPr lang="it-IT" sz="1000"/>
              <a:t>(</a:t>
            </a:r>
            <a:r>
              <a:rPr lang="it-IT" sz="1000">
                <a:solidFill>
                  <a:srgbClr val="147F39"/>
                </a:solidFill>
              </a:rPr>
              <a:t>"DEP_DELAY"</a:t>
            </a:r>
            <a:r>
              <a:rPr lang="it-IT" sz="1000"/>
              <a:t>, 0.90, PERCENTILE_ACCURACY).alias(</a:t>
            </a:r>
            <a:r>
              <a:rPr lang="it-IT" sz="1000">
                <a:solidFill>
                  <a:srgbClr val="147F39"/>
                </a:solidFill>
              </a:rPr>
              <a:t>"p90"</a:t>
            </a:r>
            <a:r>
              <a:rPr lang="it-IT" sz="1000"/>
              <a:t>),</a:t>
            </a:r>
          </a:p>
          <a:p>
            <a:r>
              <a:rPr lang="it-IT" sz="1000"/>
              <a:t>        )</a:t>
            </a:r>
          </a:p>
          <a:p>
            <a:r>
              <a:rPr lang="it-IT" sz="1000"/>
              <a:t>)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206E1B2-C347-7A68-A7FB-FD0A4468B880}"/>
              </a:ext>
            </a:extLst>
          </p:cNvPr>
          <p:cNvSpPr/>
          <p:nvPr/>
        </p:nvSpPr>
        <p:spPr>
          <a:xfrm>
            <a:off x="3182074" y="1511851"/>
            <a:ext cx="1776877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chemeClr val="bg1"/>
                </a:solidFill>
              </a:rPr>
              <a:t>Calcolo</a:t>
            </a:r>
            <a:r>
              <a:rPr lang="en-US" sz="1400">
                <a:solidFill>
                  <a:schemeClr val="bg1"/>
                </a:solidFill>
              </a:rPr>
              <a:t> dei </a:t>
            </a:r>
            <a:r>
              <a:rPr lang="en-US" sz="1400" err="1">
                <a:solidFill>
                  <a:schemeClr val="bg1"/>
                </a:solidFill>
              </a:rPr>
              <a:t>percentili</a:t>
            </a:r>
            <a:endParaRPr lang="en-US" sz="1400">
              <a:solidFill>
                <a:schemeClr val="bg1"/>
              </a:solidFill>
            </a:endParaRPr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383CF822-EBFC-1A28-CE41-CCDF9EC99F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090276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914DDB8-F44A-D20E-99EF-2B23221D158E}"/>
              </a:ext>
            </a:extLst>
          </p:cNvPr>
          <p:cNvSpPr txBox="1"/>
          <p:nvPr/>
        </p:nvSpPr>
        <p:spPr>
          <a:xfrm>
            <a:off x="5393845" y="1715619"/>
            <a:ext cx="3307461" cy="2149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>
                <a:solidFill>
                  <a:srgbClr val="147F39"/>
                </a:solidFill>
              </a:rPr>
              <a:t>Scelta dell’algoritmo:</a:t>
            </a:r>
          </a:p>
          <a:p>
            <a:endParaRPr lang="it-IT" sz="1100"/>
          </a:p>
          <a:p>
            <a:r>
              <a:rPr lang="it-IT" sz="1100" b="1" err="1"/>
              <a:t>percentile_approx</a:t>
            </a:r>
            <a:r>
              <a:rPr lang="it-IT" sz="1100" b="1"/>
              <a:t> </a:t>
            </a:r>
            <a:r>
              <a:rPr lang="it-IT" sz="1100"/>
              <a:t>è la funzione nativa di Spark che implementa l’algoritmo </a:t>
            </a:r>
            <a:r>
              <a:rPr lang="it-IT" sz="1100" b="1"/>
              <a:t>Greenwald-Khanna</a:t>
            </a:r>
            <a:r>
              <a:rPr lang="it-IT" sz="1100"/>
              <a:t> per il calcolo approssimato dei percentili. Beneficia delle ottimizzazioni offerte dal </a:t>
            </a:r>
            <a:r>
              <a:rPr lang="it-IT" sz="1100" b="1" err="1"/>
              <a:t>Catalyst</a:t>
            </a:r>
            <a:r>
              <a:rPr lang="it-IT" sz="1100" b="1"/>
              <a:t> </a:t>
            </a:r>
            <a:r>
              <a:rPr lang="it-IT" sz="1100" b="1" err="1"/>
              <a:t>Optimizer</a:t>
            </a:r>
            <a:r>
              <a:rPr lang="it-IT" sz="1100"/>
              <a:t>.</a:t>
            </a:r>
          </a:p>
          <a:p>
            <a:endParaRPr lang="it-IT" sz="1100"/>
          </a:p>
          <a:p>
            <a:r>
              <a:rPr lang="it-IT" sz="1200" b="1">
                <a:solidFill>
                  <a:srgbClr val="008000"/>
                </a:solidFill>
              </a:rPr>
              <a:t>Vantaggi:</a:t>
            </a:r>
          </a:p>
          <a:p>
            <a:pPr>
              <a:spcAft>
                <a:spcPts val="400"/>
              </a:spcAft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Nessun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trasferimento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dei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driver</a:t>
            </a:r>
            <a:endParaRPr lang="en-US" sz="1100"/>
          </a:p>
          <a:p>
            <a:pPr>
              <a:spcAft>
                <a:spcPts val="400"/>
              </a:spcAft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Accuracy=1000 →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relativo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0.1%</a:t>
            </a:r>
            <a:endParaRPr lang="en-US" sz="1100"/>
          </a:p>
          <a:p>
            <a:pPr>
              <a:spcAft>
                <a:spcPts val="400"/>
              </a:spcAft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Restituisce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osservati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(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it-IT" sz="110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0F79DEC-1E58-505C-639E-7769142474CD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42884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69144-6E38-CB0C-2E51-7B773E1E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C6EF07D-83DF-E752-F9C5-3EFB02704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08F0FD7-D72F-D901-0085-EB441AE33EAF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206F553-1EC1-3487-1096-0299B7032FE2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Q3 RDD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CD30266-BE54-2F45-8584-11BE44426775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1902A30-809A-D5D3-B6DB-ABD340AD7712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AAE218E-AC66-2A6E-DF8B-8DCC8E76E447}"/>
              </a:ext>
            </a:extLst>
          </p:cNvPr>
          <p:cNvSpPr/>
          <p:nvPr/>
        </p:nvSpPr>
        <p:spPr>
          <a:xfrm>
            <a:off x="384048" y="1243584"/>
            <a:ext cx="393192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11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6080792-AE94-E9A1-DBA4-A4A6BF59E03B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4038CBD-1AF4-400B-7F4C-F5DE0024D960}"/>
              </a:ext>
            </a:extLst>
          </p:cNvPr>
          <p:cNvSpPr/>
          <p:nvPr/>
        </p:nvSpPr>
        <p:spPr>
          <a:xfrm>
            <a:off x="384048" y="876513"/>
            <a:ext cx="749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P25/P50/P75/P90 di DEP_DELAY per ora e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compagnia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(AA, DL, UA, WN) + min/max DEP_DELAY</a:t>
            </a:r>
          </a:p>
          <a:p>
            <a:pPr marL="0" indent="0">
              <a:buNone/>
            </a:pPr>
            <a:endParaRPr lang="en-US" sz="115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21E8D79-854F-18AF-5E4A-CB51A958F536}"/>
              </a:ext>
            </a:extLst>
          </p:cNvPr>
          <p:cNvSpPr txBox="1"/>
          <p:nvPr/>
        </p:nvSpPr>
        <p:spPr>
          <a:xfrm>
            <a:off x="806782" y="1421592"/>
            <a:ext cx="2939107" cy="30162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err="1"/>
              <a:t>rdd_base</a:t>
            </a:r>
            <a:r>
              <a:rPr lang="en-US" sz="1000"/>
              <a:t> = (</a:t>
            </a:r>
          </a:p>
          <a:p>
            <a:r>
              <a:rPr lang="en-US" sz="1000"/>
              <a:t>        </a:t>
            </a:r>
            <a:r>
              <a:rPr lang="en-US" sz="1000" err="1"/>
              <a:t>spark.read.parquet</a:t>
            </a:r>
            <a:r>
              <a:rPr lang="en-US" sz="1000"/>
              <a:t>(PARQUET_PATH)</a:t>
            </a:r>
          </a:p>
          <a:p>
            <a:r>
              <a:rPr lang="en-US" sz="1000"/>
              <a:t>        .select(</a:t>
            </a:r>
            <a:r>
              <a:rPr lang="en-US" sz="1000">
                <a:solidFill>
                  <a:srgbClr val="147F39"/>
                </a:solidFill>
              </a:rPr>
              <a:t>"OP_UNIQUE_CARRIER"</a:t>
            </a:r>
            <a:r>
              <a:rPr lang="en-US" sz="1000"/>
              <a:t>, </a:t>
            </a:r>
            <a:r>
              <a:rPr lang="en-US" sz="1000">
                <a:solidFill>
                  <a:srgbClr val="147F39"/>
                </a:solidFill>
              </a:rPr>
              <a:t>"CRS_DEP_TIME"</a:t>
            </a:r>
            <a:r>
              <a:rPr lang="en-US" sz="1000"/>
              <a:t>, </a:t>
            </a:r>
            <a:r>
              <a:rPr lang="en-US" sz="1000">
                <a:solidFill>
                  <a:srgbClr val="147F39"/>
                </a:solidFill>
              </a:rPr>
              <a:t>"DEP_DELAY"</a:t>
            </a:r>
            <a:r>
              <a:rPr lang="en-US" sz="1000"/>
              <a:t>, </a:t>
            </a:r>
            <a:r>
              <a:rPr lang="en-US" sz="1000">
                <a:solidFill>
                  <a:srgbClr val="147F39"/>
                </a:solidFill>
              </a:rPr>
              <a:t>"CANCELLED"</a:t>
            </a:r>
            <a:r>
              <a:rPr lang="en-US" sz="1000"/>
              <a:t>)</a:t>
            </a:r>
          </a:p>
          <a:p>
            <a:r>
              <a:rPr lang="en-US" sz="1000"/>
              <a:t>        .rdd</a:t>
            </a:r>
          </a:p>
          <a:p>
            <a:r>
              <a:rPr lang="en-US" sz="1000"/>
              <a:t>        .map(lambda row: (</a:t>
            </a:r>
          </a:p>
          <a:p>
            <a:r>
              <a:rPr lang="en-US" sz="1000"/>
              <a:t>            row[</a:t>
            </a:r>
            <a:r>
              <a:rPr lang="en-US" sz="1000">
                <a:solidFill>
                  <a:srgbClr val="147F39"/>
                </a:solidFill>
              </a:rPr>
              <a:t>"OP_UNIQUE_CARRIER"</a:t>
            </a:r>
            <a:r>
              <a:rPr lang="en-US" sz="1000"/>
              <a:t>],</a:t>
            </a:r>
          </a:p>
          <a:p>
            <a:r>
              <a:rPr lang="en-US" sz="1000"/>
              <a:t>            row[</a:t>
            </a:r>
            <a:r>
              <a:rPr lang="en-US" sz="1000">
                <a:solidFill>
                  <a:srgbClr val="147F39"/>
                </a:solidFill>
              </a:rPr>
              <a:t>"CRS_DEP_TIME"</a:t>
            </a:r>
            <a:r>
              <a:rPr lang="en-US" sz="1000"/>
              <a:t>],</a:t>
            </a:r>
          </a:p>
          <a:p>
            <a:r>
              <a:rPr lang="en-US" sz="1000"/>
              <a:t>            row[</a:t>
            </a:r>
            <a:r>
              <a:rPr lang="en-US" sz="1000">
                <a:solidFill>
                  <a:srgbClr val="147F39"/>
                </a:solidFill>
              </a:rPr>
              <a:t>"DEP_DELAY"</a:t>
            </a:r>
            <a:r>
              <a:rPr lang="en-US" sz="1000"/>
              <a:t>],</a:t>
            </a:r>
          </a:p>
          <a:p>
            <a:r>
              <a:rPr lang="en-US" sz="1000"/>
              <a:t>            row[</a:t>
            </a:r>
            <a:r>
              <a:rPr lang="en-US" sz="1000">
                <a:solidFill>
                  <a:srgbClr val="147F39"/>
                </a:solidFill>
              </a:rPr>
              <a:t>"CANCELLED"</a:t>
            </a:r>
            <a:r>
              <a:rPr lang="en-US" sz="1000"/>
              <a:t>],</a:t>
            </a:r>
          </a:p>
          <a:p>
            <a:r>
              <a:rPr lang="en-US" sz="1000"/>
              <a:t>        ))</a:t>
            </a:r>
          </a:p>
          <a:p>
            <a:r>
              <a:rPr lang="en-US" sz="1000"/>
              <a:t>        .filter(lambda r: r[0] in target)</a:t>
            </a:r>
          </a:p>
          <a:p>
            <a:r>
              <a:rPr lang="en-US" sz="1000"/>
              <a:t>        .filter(lambda r: r[3] == 0)</a:t>
            </a:r>
          </a:p>
          <a:p>
            <a:r>
              <a:rPr lang="en-US" sz="1000"/>
              <a:t>        .filter(lambda r: r[2] is not None)</a:t>
            </a:r>
          </a:p>
          <a:p>
            <a:r>
              <a:rPr lang="en-US" sz="1000"/>
              <a:t>        .filter(lambda r: r[1] is not None)</a:t>
            </a:r>
          </a:p>
          <a:p>
            <a:r>
              <a:rPr lang="en-US" sz="1000"/>
              <a:t>        .map(lambda r: (r[0], int(r[1]) // 100, r[2]))</a:t>
            </a:r>
          </a:p>
          <a:p>
            <a:r>
              <a:rPr lang="en-US" sz="1000"/>
              <a:t>        .filter(lambda r: 0 &lt;= r[1] &lt;= 23)</a:t>
            </a:r>
          </a:p>
          <a:p>
            <a:r>
              <a:rPr lang="en-US" sz="1000"/>
              <a:t>        .cache()</a:t>
            </a:r>
          </a:p>
          <a:p>
            <a:r>
              <a:rPr lang="en-US" sz="1000"/>
              <a:t>    )</a:t>
            </a:r>
            <a:endParaRPr lang="it-IT" sz="10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9E19438-51A5-D98B-9F7A-32DECFF16B8A}"/>
              </a:ext>
            </a:extLst>
          </p:cNvPr>
          <p:cNvSpPr txBox="1"/>
          <p:nvPr/>
        </p:nvSpPr>
        <p:spPr>
          <a:xfrm>
            <a:off x="4315968" y="2044547"/>
            <a:ext cx="4005072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1000" err="1"/>
              <a:t>rows_minmax</a:t>
            </a:r>
            <a:r>
              <a:rPr lang="it-IT" sz="1000"/>
              <a:t> = (</a:t>
            </a:r>
          </a:p>
          <a:p>
            <a:r>
              <a:rPr lang="it-IT" sz="1000"/>
              <a:t>        </a:t>
            </a:r>
            <a:r>
              <a:rPr lang="it-IT" sz="1000" err="1"/>
              <a:t>rdd_base</a:t>
            </a:r>
            <a:endParaRPr lang="it-IT" sz="1000"/>
          </a:p>
          <a:p>
            <a:r>
              <a:rPr lang="it-IT" sz="1000"/>
              <a:t>        .</a:t>
            </a:r>
            <a:r>
              <a:rPr lang="it-IT" sz="1000" err="1"/>
              <a:t>map</a:t>
            </a:r>
            <a:r>
              <a:rPr lang="it-IT" sz="1000"/>
              <a:t>(lambda r: (r[0], r[2]))</a:t>
            </a:r>
          </a:p>
          <a:p>
            <a:r>
              <a:rPr lang="it-IT" sz="1000"/>
              <a:t>        .</a:t>
            </a:r>
            <a:r>
              <a:rPr lang="it-IT" sz="1000" err="1"/>
              <a:t>combineByKey</a:t>
            </a:r>
            <a:r>
              <a:rPr lang="it-IT" sz="1000"/>
              <a:t>(</a:t>
            </a:r>
          </a:p>
          <a:p>
            <a:r>
              <a:rPr lang="it-IT" sz="1000"/>
              <a:t>            lambda v:      (v, v),</a:t>
            </a:r>
          </a:p>
          <a:p>
            <a:r>
              <a:rPr lang="it-IT" sz="1000"/>
              <a:t>            lambda </a:t>
            </a:r>
            <a:r>
              <a:rPr lang="it-IT" sz="1000" err="1"/>
              <a:t>acc</a:t>
            </a:r>
            <a:r>
              <a:rPr lang="it-IT" sz="1000"/>
              <a:t>, v: (min(</a:t>
            </a:r>
            <a:r>
              <a:rPr lang="it-IT" sz="1000" err="1"/>
              <a:t>acc</a:t>
            </a:r>
            <a:r>
              <a:rPr lang="it-IT" sz="1000"/>
              <a:t>[0], v), max(</a:t>
            </a:r>
            <a:r>
              <a:rPr lang="it-IT" sz="1000" err="1"/>
              <a:t>acc</a:t>
            </a:r>
            <a:r>
              <a:rPr lang="it-IT" sz="1000"/>
              <a:t>[1], v)),</a:t>
            </a:r>
          </a:p>
          <a:p>
            <a:r>
              <a:rPr lang="it-IT" sz="1000"/>
              <a:t>            lambda a, b:   (min(a[0], b[0]), max(a[1], b[1]))</a:t>
            </a:r>
          </a:p>
          <a:p>
            <a:r>
              <a:rPr lang="it-IT" sz="1000"/>
              <a:t>        )</a:t>
            </a:r>
          </a:p>
          <a:p>
            <a:r>
              <a:rPr lang="it-IT" sz="1000"/>
              <a:t>        .</a:t>
            </a:r>
            <a:r>
              <a:rPr lang="it-IT" sz="1000" err="1"/>
              <a:t>map</a:t>
            </a:r>
            <a:r>
              <a:rPr lang="it-IT" sz="1000"/>
              <a:t>(lambda </a:t>
            </a:r>
            <a:r>
              <a:rPr lang="it-IT" sz="1000" err="1"/>
              <a:t>kv</a:t>
            </a:r>
            <a:r>
              <a:rPr lang="it-IT" sz="1000"/>
              <a:t>: (</a:t>
            </a:r>
            <a:r>
              <a:rPr lang="it-IT" sz="1000" err="1"/>
              <a:t>kv</a:t>
            </a:r>
            <a:r>
              <a:rPr lang="it-IT" sz="1000"/>
              <a:t>[0], round(</a:t>
            </a:r>
            <a:r>
              <a:rPr lang="it-IT" sz="1000" err="1"/>
              <a:t>kv</a:t>
            </a:r>
            <a:r>
              <a:rPr lang="it-IT" sz="1000"/>
              <a:t>[1][0], 4), round(</a:t>
            </a:r>
            <a:r>
              <a:rPr lang="it-IT" sz="1000" err="1"/>
              <a:t>kv</a:t>
            </a:r>
            <a:r>
              <a:rPr lang="it-IT" sz="1000"/>
              <a:t>[1][1], 4)))</a:t>
            </a:r>
          </a:p>
          <a:p>
            <a:r>
              <a:rPr lang="it-IT" sz="1000"/>
              <a:t>)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1F47DF91-6793-3C6B-04E4-BFA3BC81E9C6}"/>
              </a:ext>
            </a:extLst>
          </p:cNvPr>
          <p:cNvSpPr/>
          <p:nvPr/>
        </p:nvSpPr>
        <p:spPr>
          <a:xfrm>
            <a:off x="6357739" y="1896053"/>
            <a:ext cx="1517245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chemeClr val="bg1"/>
                </a:solidFill>
              </a:rPr>
              <a:t>Calcolo</a:t>
            </a:r>
            <a:r>
              <a:rPr lang="en-US" sz="1400">
                <a:solidFill>
                  <a:schemeClr val="bg1"/>
                </a:solidFill>
              </a:rPr>
              <a:t> di min/max</a:t>
            </a:r>
          </a:p>
        </p:txBody>
      </p:sp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95D91277-77A4-BD84-742D-93DBA2E850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0101363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7CD4376-0B56-FE7C-7C45-A38C0E01A0E3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279419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C276D-4A5F-AA0B-CC26-6F0183F4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7103651-4384-ADAB-EEC2-B236B22A5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533B0EE-EFC4-D88B-5718-BDAE8789706B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55B6791-0079-3E5B-D8ED-3BB1A2861658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Query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Analitiche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Q3 RDD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A110CCF-553F-A354-FFAF-308DFC178E19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2E317B3-5E87-FC73-D7B6-D911A370F84A}"/>
              </a:ext>
            </a:extLst>
          </p:cNvPr>
          <p:cNvSpPr/>
          <p:nvPr/>
        </p:nvSpPr>
        <p:spPr>
          <a:xfrm>
            <a:off x="228600" y="804672"/>
            <a:ext cx="8595360" cy="3657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9408B6E-A69D-4571-4060-BCEF43E7741C}"/>
              </a:ext>
            </a:extLst>
          </p:cNvPr>
          <p:cNvSpPr/>
          <p:nvPr/>
        </p:nvSpPr>
        <p:spPr>
          <a:xfrm>
            <a:off x="4818888" y="80467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EC44740-65BA-47B0-A561-E87A49CCB866}"/>
              </a:ext>
            </a:extLst>
          </p:cNvPr>
          <p:cNvSpPr/>
          <p:nvPr/>
        </p:nvSpPr>
        <p:spPr>
          <a:xfrm>
            <a:off x="384047" y="876513"/>
            <a:ext cx="7832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– 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Percentili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P25/P50/P75/P90 di DEP_DELAY per ora e </a:t>
            </a:r>
            <a:r>
              <a:rPr lang="en-US" sz="115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compagnia</a:t>
            </a: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(AA, DL, UA, WN) + min/max DEP_DELAY</a:t>
            </a:r>
          </a:p>
          <a:p>
            <a:pPr marL="0" indent="0">
              <a:buNone/>
            </a:pPr>
            <a:endParaRPr lang="en-US" sz="115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2022CC-8B22-FC8E-FAE2-07FD05889B38}"/>
              </a:ext>
            </a:extLst>
          </p:cNvPr>
          <p:cNvSpPr txBox="1"/>
          <p:nvPr/>
        </p:nvSpPr>
        <p:spPr>
          <a:xfrm>
            <a:off x="836600" y="1720675"/>
            <a:ext cx="3931921" cy="22467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err="1"/>
              <a:t>groups_with_digest</a:t>
            </a:r>
            <a:r>
              <a:rPr lang="en-US" sz="1000"/>
              <a:t> = (</a:t>
            </a:r>
          </a:p>
          <a:p>
            <a:r>
              <a:rPr lang="en-US" sz="1000"/>
              <a:t>        </a:t>
            </a:r>
            <a:r>
              <a:rPr lang="en-US" sz="1000" err="1"/>
              <a:t>rdd_base</a:t>
            </a:r>
            <a:endParaRPr lang="en-US" sz="1000"/>
          </a:p>
          <a:p>
            <a:r>
              <a:rPr lang="en-US" sz="1000"/>
              <a:t>        .</a:t>
            </a:r>
            <a:r>
              <a:rPr lang="en-US" sz="1000" err="1"/>
              <a:t>mapPartitions</a:t>
            </a:r>
            <a:r>
              <a:rPr lang="en-US" sz="1000"/>
              <a:t>(_</a:t>
            </a:r>
            <a:r>
              <a:rPr lang="en-US" sz="1000" err="1"/>
              <a:t>build_digests_partition</a:t>
            </a:r>
            <a:r>
              <a:rPr lang="en-US" sz="1000"/>
              <a:t>)</a:t>
            </a:r>
          </a:p>
          <a:p>
            <a:r>
              <a:rPr lang="en-US" sz="1000"/>
              <a:t>        .reduceByKey(</a:t>
            </a:r>
            <a:r>
              <a:rPr lang="en-US" sz="1000" err="1"/>
              <a:t>merge_digests</a:t>
            </a:r>
            <a:r>
              <a:rPr lang="en-US" sz="1000"/>
              <a:t>)</a:t>
            </a:r>
          </a:p>
          <a:p>
            <a:r>
              <a:rPr lang="en-US" sz="1000"/>
              <a:t>        .collect()</a:t>
            </a:r>
          </a:p>
          <a:p>
            <a:r>
              <a:rPr lang="en-US" sz="1000"/>
              <a:t>    )</a:t>
            </a:r>
          </a:p>
          <a:p>
            <a:endParaRPr lang="en-US" sz="1000"/>
          </a:p>
          <a:p>
            <a:r>
              <a:rPr lang="it-IT" sz="1000" err="1"/>
              <a:t>rows_percentiles</a:t>
            </a:r>
            <a:r>
              <a:rPr lang="it-IT" sz="1000"/>
              <a:t> = []</a:t>
            </a:r>
          </a:p>
          <a:p>
            <a:r>
              <a:rPr lang="it-IT" sz="1000"/>
              <a:t>    for (</a:t>
            </a:r>
            <a:r>
              <a:rPr lang="it-IT" sz="1000" err="1"/>
              <a:t>airline</a:t>
            </a:r>
            <a:r>
              <a:rPr lang="it-IT" sz="1000"/>
              <a:t>, hour), </a:t>
            </a:r>
            <a:r>
              <a:rPr lang="it-IT" sz="1000" err="1"/>
              <a:t>td</a:t>
            </a:r>
            <a:r>
              <a:rPr lang="it-IT" sz="1000"/>
              <a:t> in </a:t>
            </a:r>
            <a:r>
              <a:rPr lang="it-IT" sz="1000" err="1"/>
              <a:t>groups_with_digest</a:t>
            </a:r>
            <a:r>
              <a:rPr lang="it-IT" sz="1000"/>
              <a:t>:</a:t>
            </a:r>
          </a:p>
          <a:p>
            <a:r>
              <a:rPr lang="it-IT" sz="1000"/>
              <a:t>        p25 = round(</a:t>
            </a:r>
            <a:r>
              <a:rPr lang="it-IT" sz="1000" err="1"/>
              <a:t>td.percentile</a:t>
            </a:r>
            <a:r>
              <a:rPr lang="it-IT" sz="1000"/>
              <a:t>(25), 4)</a:t>
            </a:r>
          </a:p>
          <a:p>
            <a:r>
              <a:rPr lang="it-IT" sz="1000"/>
              <a:t>        p50 = round(</a:t>
            </a:r>
            <a:r>
              <a:rPr lang="it-IT" sz="1000" err="1"/>
              <a:t>td.percentile</a:t>
            </a:r>
            <a:r>
              <a:rPr lang="it-IT" sz="1000"/>
              <a:t>(50), 4)</a:t>
            </a:r>
          </a:p>
          <a:p>
            <a:r>
              <a:rPr lang="it-IT" sz="1000"/>
              <a:t>        p75 = round(</a:t>
            </a:r>
            <a:r>
              <a:rPr lang="it-IT" sz="1000" err="1"/>
              <a:t>td.percentile</a:t>
            </a:r>
            <a:r>
              <a:rPr lang="it-IT" sz="1000"/>
              <a:t>(75), 4)</a:t>
            </a:r>
          </a:p>
          <a:p>
            <a:r>
              <a:rPr lang="it-IT" sz="1000"/>
              <a:t>        p90 = round(</a:t>
            </a:r>
            <a:r>
              <a:rPr lang="it-IT" sz="1000" err="1"/>
              <a:t>td.percentile</a:t>
            </a:r>
            <a:r>
              <a:rPr lang="it-IT" sz="1000"/>
              <a:t>(90), 4)</a:t>
            </a:r>
          </a:p>
          <a:p>
            <a:r>
              <a:rPr lang="it-IT" sz="1000"/>
              <a:t>        </a:t>
            </a:r>
            <a:r>
              <a:rPr lang="it-IT" sz="1000" err="1"/>
              <a:t>rows_percentiles.append</a:t>
            </a:r>
            <a:r>
              <a:rPr lang="it-IT" sz="1000"/>
              <a:t>((</a:t>
            </a:r>
            <a:r>
              <a:rPr lang="it-IT" sz="1000" err="1"/>
              <a:t>airline</a:t>
            </a:r>
            <a:r>
              <a:rPr lang="it-IT" sz="1000"/>
              <a:t>, hour, n, p25, p50, p75, p90))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420E698-BEAF-8145-DF9F-C71DA270D2DA}"/>
              </a:ext>
            </a:extLst>
          </p:cNvPr>
          <p:cNvSpPr/>
          <p:nvPr/>
        </p:nvSpPr>
        <p:spPr>
          <a:xfrm>
            <a:off x="3026311" y="1601803"/>
            <a:ext cx="1517245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chemeClr val="bg1"/>
                </a:solidFill>
              </a:rPr>
              <a:t>Calcolo</a:t>
            </a:r>
            <a:r>
              <a:rPr lang="en-US" sz="1400">
                <a:solidFill>
                  <a:schemeClr val="bg1"/>
                </a:solidFill>
              </a:rPr>
              <a:t> dei </a:t>
            </a:r>
            <a:r>
              <a:rPr lang="en-US" sz="1400" err="1">
                <a:solidFill>
                  <a:schemeClr val="bg1"/>
                </a:solidFill>
              </a:rPr>
              <a:t>percentili</a:t>
            </a:r>
            <a:endParaRPr lang="en-US" sz="1400">
              <a:solidFill>
                <a:schemeClr val="bg1"/>
              </a:solidFill>
            </a:endParaRPr>
          </a:p>
        </p:txBody>
      </p:sp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8AD658C2-E5BE-06F3-02D8-A1A2BE71A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0087929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2B47BE-5A60-13C7-41AF-E499CBD2AC82}"/>
              </a:ext>
            </a:extLst>
          </p:cNvPr>
          <p:cNvSpPr txBox="1"/>
          <p:nvPr/>
        </p:nvSpPr>
        <p:spPr>
          <a:xfrm>
            <a:off x="5190102" y="1653011"/>
            <a:ext cx="3450977" cy="2303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>
                <a:solidFill>
                  <a:srgbClr val="147F39"/>
                </a:solidFill>
              </a:rPr>
              <a:t>Scelta dell’algoritmo t-digest:</a:t>
            </a:r>
          </a:p>
          <a:p>
            <a:endParaRPr lang="it-IT" sz="1100"/>
          </a:p>
          <a:p>
            <a:r>
              <a:rPr lang="it-IT" sz="1100" b="1"/>
              <a:t>T-digest</a:t>
            </a:r>
            <a:r>
              <a:rPr lang="it-IT" sz="1100"/>
              <a:t> è un algoritmo probabilistico per il calcolo di percentili approssimati su grandi dataset in modo distribuito. La sua struttura interna è compatibile con le operazioni RDD (pattern </a:t>
            </a:r>
            <a:r>
              <a:rPr lang="it-IT" sz="1100" b="1" err="1"/>
              <a:t>mapPartitions</a:t>
            </a:r>
            <a:r>
              <a:rPr lang="it-IT" sz="1100"/>
              <a:t> → </a:t>
            </a:r>
            <a:r>
              <a:rPr lang="it-IT" sz="1100" b="1"/>
              <a:t>reduceByKey</a:t>
            </a:r>
            <a:r>
              <a:rPr lang="it-IT" sz="1100"/>
              <a:t>), replicando in modo esplicito ciò che </a:t>
            </a:r>
            <a:r>
              <a:rPr lang="it-IT" sz="1100" err="1"/>
              <a:t>percentile_approx</a:t>
            </a:r>
            <a:r>
              <a:rPr lang="it-IT" sz="1100"/>
              <a:t> fa internamente nei DataFrame.</a:t>
            </a:r>
          </a:p>
          <a:p>
            <a:endParaRPr lang="it-IT" sz="1100"/>
          </a:p>
          <a:p>
            <a:pPr>
              <a:spcAft>
                <a:spcPts val="400"/>
              </a:spcAft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accurato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alle code (P90)</a:t>
            </a:r>
            <a:endParaRPr lang="en-US" sz="1100"/>
          </a:p>
          <a:p>
            <a:pPr>
              <a:spcAft>
                <a:spcPts val="400"/>
              </a:spcAft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Restituisce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/>
          </a:p>
          <a:p>
            <a:pPr>
              <a:spcAft>
                <a:spcPts val="400"/>
              </a:spcAft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max &lt; 1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percentile_approx</a:t>
            </a:r>
            <a:endParaRPr lang="it-IT" sz="110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9CF4975-A0C5-9FA2-E66E-5E8F1CF2955C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50582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803BA-B0E9-C557-E38D-E66F5BE8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86C8351-2C43-1710-0DBA-10B1DA9B4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F375523-9711-5160-CFB3-748CC3CD4720}"/>
              </a:ext>
            </a:extLst>
          </p:cNvPr>
          <p:cNvSpPr/>
          <p:nvPr/>
        </p:nvSpPr>
        <p:spPr>
          <a:xfrm>
            <a:off x="453483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en-US" sz="3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30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2263CB4-718A-A31B-BA6D-8D19FF7CD923}"/>
              </a:ext>
            </a:extLst>
          </p:cNvPr>
          <p:cNvSpPr/>
          <p:nvPr/>
        </p:nvSpPr>
        <p:spPr>
          <a:xfrm>
            <a:off x="457200" y="2399370"/>
            <a:ext cx="4947424" cy="457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5683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5CF7-B4D2-CBA2-BF2D-98A1B4D7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9A662F8-3952-EAB5-42E1-F0075829B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C311652-9E43-1557-5237-565D375C4CBF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1C5AFFF-1E33-91F1-1266-4379C85E6745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Q1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E00B263-4D89-090D-4584-FF705DFB1EAA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DB8700A5-C00B-5ACE-A7BC-A97561887831}"/>
              </a:ext>
            </a:extLst>
          </p:cNvPr>
          <p:cNvGrpSpPr/>
          <p:nvPr/>
        </p:nvGrpSpPr>
        <p:grpSpPr>
          <a:xfrm>
            <a:off x="1623431" y="4089643"/>
            <a:ext cx="5897137" cy="434340"/>
            <a:chOff x="1235183" y="3930469"/>
            <a:chExt cx="5897137" cy="593514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119647D4-08FE-914F-00AA-F57CC43E25E5}"/>
                </a:ext>
              </a:extLst>
            </p:cNvPr>
            <p:cNvSpPr/>
            <p:nvPr/>
          </p:nvSpPr>
          <p:spPr>
            <a:xfrm>
              <a:off x="1235183" y="3930469"/>
              <a:ext cx="5897137" cy="593513"/>
            </a:xfrm>
            <a:prstGeom prst="rect">
              <a:avLst/>
            </a:prstGeom>
            <a:solidFill>
              <a:srgbClr val="E8F5ED"/>
            </a:solidFill>
            <a:ln w="19050">
              <a:solidFill>
                <a:srgbClr val="007D34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E3059722-2BA6-9486-5F35-A80D3413E4BF}"/>
                </a:ext>
              </a:extLst>
            </p:cNvPr>
            <p:cNvSpPr/>
            <p:nvPr/>
          </p:nvSpPr>
          <p:spPr>
            <a:xfrm>
              <a:off x="1235183" y="3930469"/>
              <a:ext cx="62736" cy="593514"/>
            </a:xfrm>
            <a:prstGeom prst="rect">
              <a:avLst/>
            </a:prstGeom>
            <a:solidFill>
              <a:srgbClr val="007D34"/>
            </a:solidFill>
            <a:ln w="12700">
              <a:solidFill>
                <a:srgbClr val="007D34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479C4729-2B0C-A260-006D-8803ADD2619A}"/>
                </a:ext>
              </a:extLst>
            </p:cNvPr>
            <p:cNvSpPr/>
            <p:nvPr/>
          </p:nvSpPr>
          <p:spPr>
            <a:xfrm>
              <a:off x="1706107" y="4010381"/>
              <a:ext cx="4523708" cy="4336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American Airlines </a:t>
              </a:r>
              <a:r>
                <a:rPr lang="en-US" sz="11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supera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Delta Airlines in ogni mese (Jan – Feb 2025).</a:t>
              </a:r>
              <a:endParaRPr lang="en-US" sz="1100"/>
            </a:p>
          </p:txBody>
        </p:sp>
      </p:grpSp>
      <p:pic>
        <p:nvPicPr>
          <p:cNvPr id="18" name="Immagine 17">
            <a:extLst>
              <a:ext uri="{FF2B5EF4-FFF2-40B4-BE49-F238E27FC236}">
                <a16:creationId xmlns:a16="http://schemas.microsoft.com/office/drawing/2014/main" id="{9F3E6A76-B73B-44FE-12F7-D2867BC44A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2" t="1425" r="1886" b="52872"/>
          <a:stretch>
            <a:fillRect/>
          </a:stretch>
        </p:blipFill>
        <p:spPr>
          <a:xfrm>
            <a:off x="754112" y="797825"/>
            <a:ext cx="7606117" cy="3000108"/>
          </a:xfrm>
          <a:prstGeom prst="rect">
            <a:avLst/>
          </a:prstGeom>
        </p:spPr>
      </p:pic>
      <p:graphicFrame>
        <p:nvGraphicFramePr>
          <p:cNvPr id="14" name="Diagramma 13">
            <a:extLst>
              <a:ext uri="{FF2B5EF4-FFF2-40B4-BE49-F238E27FC236}">
                <a16:creationId xmlns:a16="http://schemas.microsoft.com/office/drawing/2014/main" id="{3650E8EF-6668-9453-8955-82E150138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470015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BFABB210-83EE-071A-D849-2D76C1FC2C49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78011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2854-8787-BEA1-83E8-747CDDB9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62523EE-6CF8-AC48-2724-AD5775A62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1FE92F3-0F6A-B959-C2EA-6D2D9FE64D36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134850-28C0-459E-85B9-9FDCEFE61378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Q1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F478840-F678-3169-87C7-998153D03BDD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9ED6DD3E-DE52-618E-5713-6ABD7268C031}"/>
              </a:ext>
            </a:extLst>
          </p:cNvPr>
          <p:cNvGrpSpPr/>
          <p:nvPr/>
        </p:nvGrpSpPr>
        <p:grpSpPr>
          <a:xfrm>
            <a:off x="228600" y="3995928"/>
            <a:ext cx="8686800" cy="502920"/>
            <a:chOff x="228600" y="3813716"/>
            <a:chExt cx="8686800" cy="685132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203939CD-D8B2-A241-52F6-BB4AD3A1B490}"/>
                </a:ext>
              </a:extLst>
            </p:cNvPr>
            <p:cNvSpPr/>
            <p:nvPr/>
          </p:nvSpPr>
          <p:spPr>
            <a:xfrm>
              <a:off x="228600" y="3813716"/>
              <a:ext cx="8595360" cy="685131"/>
            </a:xfrm>
            <a:prstGeom prst="rect">
              <a:avLst/>
            </a:prstGeom>
            <a:solidFill>
              <a:srgbClr val="E8F5ED"/>
            </a:solidFill>
            <a:ln w="19050">
              <a:solidFill>
                <a:srgbClr val="007D34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5E63168F-D044-C66E-D314-D639F4E53BC4}"/>
                </a:ext>
              </a:extLst>
            </p:cNvPr>
            <p:cNvSpPr/>
            <p:nvPr/>
          </p:nvSpPr>
          <p:spPr>
            <a:xfrm>
              <a:off x="228600" y="3813716"/>
              <a:ext cx="91440" cy="685132"/>
            </a:xfrm>
            <a:prstGeom prst="rect">
              <a:avLst/>
            </a:prstGeom>
            <a:solidFill>
              <a:srgbClr val="007D34"/>
            </a:solidFill>
            <a:ln w="12700">
              <a:solidFill>
                <a:srgbClr val="007D34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162EE2DB-D7F1-10B8-1FA9-ED20CA05B4C4}"/>
                </a:ext>
              </a:extLst>
            </p:cNvPr>
            <p:cNvSpPr/>
            <p:nvPr/>
          </p:nvSpPr>
          <p:spPr>
            <a:xfrm>
              <a:off x="601497" y="3905964"/>
              <a:ext cx="8313903" cy="500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 </a:t>
              </a:r>
              <a:r>
                <a:rPr lang="en-US" sz="1100" b="1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tasso</a:t>
              </a:r>
              <a:r>
                <a:rPr lang="en-US" sz="11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di </a:t>
              </a:r>
              <a:r>
                <a:rPr lang="en-US" sz="1100" b="1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cancellazione</a:t>
              </a:r>
              <a:r>
                <a:rPr lang="en-US" sz="11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mensile</a:t>
              </a:r>
              <a:r>
                <a:rPr lang="en-US" sz="11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è </a:t>
              </a:r>
              <a:r>
                <a:rPr lang="en-US" sz="11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considerevolmente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più</a:t>
              </a:r>
              <a:r>
                <a:rPr lang="en-US" sz="11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alto per American Airlines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più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del doppio </a:t>
              </a:r>
              <a:r>
                <a:rPr lang="en-US" sz="11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nel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75% </a:t>
              </a:r>
              <a:r>
                <a:rPr lang="en-US" sz="11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dei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casi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esplorati</a:t>
              </a:r>
              <a:r>
                <a:rPr lang="en-US" sz="11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100"/>
            </a:p>
          </p:txBody>
        </p:sp>
      </p:grpSp>
      <p:pic>
        <p:nvPicPr>
          <p:cNvPr id="18" name="Immagine 17">
            <a:extLst>
              <a:ext uri="{FF2B5EF4-FFF2-40B4-BE49-F238E27FC236}">
                <a16:creationId xmlns:a16="http://schemas.microsoft.com/office/drawing/2014/main" id="{DC680765-089D-DB74-FBA1-6FD2D68424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383" r="1250" b="981"/>
          <a:stretch>
            <a:fillRect/>
          </a:stretch>
        </p:blipFill>
        <p:spPr>
          <a:xfrm>
            <a:off x="690961" y="846089"/>
            <a:ext cx="7665019" cy="3040112"/>
          </a:xfrm>
          <a:prstGeom prst="rect">
            <a:avLst/>
          </a:prstGeom>
        </p:spPr>
      </p:pic>
      <p:graphicFrame>
        <p:nvGraphicFramePr>
          <p:cNvPr id="17" name="Diagramma 16">
            <a:extLst>
              <a:ext uri="{FF2B5EF4-FFF2-40B4-BE49-F238E27FC236}">
                <a16:creationId xmlns:a16="http://schemas.microsoft.com/office/drawing/2014/main" id="{E3A36A9F-EBDC-5992-2C54-3A4405FC24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565555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35A6DC20-9AE7-2D8A-5C53-E1F1A9A4ABA1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28841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B276-FE77-2AED-511E-5DEE586F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A00E802-6F30-DAA3-DED7-1362711C8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8586D09-65F3-3629-9171-0EF89C386F02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7085EE-9BDF-12E1-B0A6-43EB6420402F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Q2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F69DC85-F548-C537-78F4-55296BA1272E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65784AA-7656-7CA1-87DD-54EE67A5C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725"/>
          <a:stretch>
            <a:fillRect/>
          </a:stretch>
        </p:blipFill>
        <p:spPr>
          <a:xfrm>
            <a:off x="808628" y="1111720"/>
            <a:ext cx="7526743" cy="2920060"/>
          </a:xfrm>
          <a:prstGeom prst="rect">
            <a:avLst/>
          </a:prstGeom>
        </p:spPr>
      </p:pic>
      <p:graphicFrame>
        <p:nvGraphicFramePr>
          <p:cNvPr id="14" name="Diagramma 13">
            <a:extLst>
              <a:ext uri="{FF2B5EF4-FFF2-40B4-BE49-F238E27FC236}">
                <a16:creationId xmlns:a16="http://schemas.microsoft.com/office/drawing/2014/main" id="{884881DB-4B7A-7B76-1BD0-2224970650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2920642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E1CFFE-E7C5-C55D-73F4-982E9CD4A015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6595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567C-8AB5-8757-F51A-2E7AF511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34F02CC-8EBA-567C-4F03-5C5B0699D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1B67367-54BF-C7AD-FC13-384FC0456C57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0810F25-1FFF-6F07-BE76-90F1EAE2A2AB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Q2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83D0C97-5614-807B-557F-6EFA85890F33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8A35831-05CC-EB05-1A92-342B3609DA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517"/>
          <a:stretch>
            <a:fillRect/>
          </a:stretch>
        </p:blipFill>
        <p:spPr>
          <a:xfrm>
            <a:off x="741708" y="1126018"/>
            <a:ext cx="7660583" cy="2984835"/>
          </a:xfrm>
          <a:prstGeom prst="rect">
            <a:avLst/>
          </a:prstGeom>
        </p:spPr>
      </p:pic>
      <p:graphicFrame>
        <p:nvGraphicFramePr>
          <p:cNvPr id="8" name="Diagramma 7">
            <a:extLst>
              <a:ext uri="{FF2B5EF4-FFF2-40B4-BE49-F238E27FC236}">
                <a16:creationId xmlns:a16="http://schemas.microsoft.com/office/drawing/2014/main" id="{6D02BF30-C350-71F1-8210-81BD30B0DC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7124326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D56C01EB-8422-2F07-A4BD-26CD21F21079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525608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22F5-F2DC-A169-AF42-93E4CCD1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1C4FBD5-E9AB-E594-BA1B-A1BE64BF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88B2731-5EA4-BF5F-6741-7E9ABA32E0DC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505AE30-66A8-3974-0600-1FDD35AD97D1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Q3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BC12C33-FDD7-9771-3C88-A4D6653F40D6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489AF271-AF96-7C95-ECBF-7BF7A92038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031543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Gruppo 14">
            <a:extLst>
              <a:ext uri="{FF2B5EF4-FFF2-40B4-BE49-F238E27FC236}">
                <a16:creationId xmlns:a16="http://schemas.microsoft.com/office/drawing/2014/main" id="{378C0F68-59E8-C2F7-B691-C027986225C4}"/>
              </a:ext>
            </a:extLst>
          </p:cNvPr>
          <p:cNvGrpSpPr/>
          <p:nvPr/>
        </p:nvGrpSpPr>
        <p:grpSpPr>
          <a:xfrm>
            <a:off x="349972" y="850318"/>
            <a:ext cx="8473988" cy="3550005"/>
            <a:chOff x="422625" y="856092"/>
            <a:chExt cx="8260458" cy="3460552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218A0746-E10C-5EB7-6381-66199992E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1759" b="1"/>
            <a:stretch>
              <a:fillRect/>
            </a:stretch>
          </p:blipFill>
          <p:spPr>
            <a:xfrm>
              <a:off x="422626" y="881946"/>
              <a:ext cx="4179940" cy="1636360"/>
            </a:xfrm>
            <a:prstGeom prst="rect">
              <a:avLst/>
            </a:prstGeom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502E2720-8298-C69A-00C8-971EEBA32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72000" y="856092"/>
              <a:ext cx="4111083" cy="1611580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26A16DF8-618B-1562-D92E-AF3D0065B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2625" y="2700642"/>
              <a:ext cx="4179939" cy="1616002"/>
            </a:xfrm>
            <a:prstGeom prst="rect">
              <a:avLst/>
            </a:prstGeom>
          </p:spPr>
        </p:pic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B3B917F4-49FA-34E7-4FB0-D650E9BFE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71999" y="2700924"/>
              <a:ext cx="4111083" cy="1611580"/>
            </a:xfrm>
            <a:prstGeom prst="rect">
              <a:avLst/>
            </a:prstGeom>
          </p:spPr>
        </p:pic>
      </p:grpSp>
      <p:sp>
        <p:nvSpPr>
          <p:cNvPr id="11" name="Text 6">
            <a:extLst>
              <a:ext uri="{FF2B5EF4-FFF2-40B4-BE49-F238E27FC236}">
                <a16:creationId xmlns:a16="http://schemas.microsoft.com/office/drawing/2014/main" id="{C0A9047A-FF42-7CF7-A92A-797FF536652F}"/>
              </a:ext>
            </a:extLst>
          </p:cNvPr>
          <p:cNvSpPr/>
          <p:nvPr/>
        </p:nvSpPr>
        <p:spPr>
          <a:xfrm>
            <a:off x="2687578" y="802612"/>
            <a:ext cx="576461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bg1"/>
                </a:solidFill>
              </a:rPr>
              <a:t>AA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B3BC355-635E-BFD4-710F-4A725B3BE77C}"/>
              </a:ext>
            </a:extLst>
          </p:cNvPr>
          <p:cNvSpPr/>
          <p:nvPr/>
        </p:nvSpPr>
        <p:spPr>
          <a:xfrm>
            <a:off x="6715282" y="802612"/>
            <a:ext cx="576461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bg1"/>
                </a:solidFill>
              </a:rPr>
              <a:t>DL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9183FD1-33E4-FE63-9D02-8AFCD36661AF}"/>
              </a:ext>
            </a:extLst>
          </p:cNvPr>
          <p:cNvSpPr/>
          <p:nvPr/>
        </p:nvSpPr>
        <p:spPr>
          <a:xfrm>
            <a:off x="2688834" y="2684630"/>
            <a:ext cx="576461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bg1"/>
                </a:solidFill>
              </a:rPr>
              <a:t>WN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A0AEF38-4079-B529-6711-DB8FF461C4C3}"/>
              </a:ext>
            </a:extLst>
          </p:cNvPr>
          <p:cNvSpPr/>
          <p:nvPr/>
        </p:nvSpPr>
        <p:spPr>
          <a:xfrm>
            <a:off x="6715282" y="2684630"/>
            <a:ext cx="576461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chemeClr val="bg1"/>
                </a:solidFill>
              </a:rPr>
              <a:t>UA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4D552D1-53FC-ECFF-9822-F409F0CEB7AE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079162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C9D26-E4CF-4584-063F-E6A8C51C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E76D698-769C-B643-F25D-EAFC215C1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BEEC47A-259F-9BB2-411D-99C913411481}"/>
              </a:ext>
            </a:extLst>
          </p:cNvPr>
          <p:cNvSpPr/>
          <p:nvPr/>
        </p:nvSpPr>
        <p:spPr>
          <a:xfrm>
            <a:off x="453483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</a:t>
            </a:r>
            <a:r>
              <a:rPr lang="en-US" sz="3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3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Prestazioni</a:t>
            </a:r>
            <a:endParaRPr lang="en-US" sz="30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1550B07-1059-0B64-5F1D-19E60D518A24}"/>
              </a:ext>
            </a:extLst>
          </p:cNvPr>
          <p:cNvSpPr/>
          <p:nvPr/>
        </p:nvSpPr>
        <p:spPr>
          <a:xfrm>
            <a:off x="457200" y="2399370"/>
            <a:ext cx="4947424" cy="457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4758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Analisi delle Prestazioni – Metodologia</a:t>
            </a:r>
            <a:endParaRPr lang="en-US" sz="2000"/>
          </a:p>
        </p:txBody>
      </p:sp>
      <p:sp>
        <p:nvSpPr>
          <p:cNvPr id="5" name="Shape 2"/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228600" y="804672"/>
            <a:ext cx="2788920" cy="896112"/>
          </a:xfrm>
          <a:prstGeom prst="rect">
            <a:avLst/>
          </a:prstGeom>
          <a:solidFill>
            <a:srgbClr val="E8F5ED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338328" y="859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time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338328" y="11521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Parquet da HDFS (include select per column pruning)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82112" y="804672"/>
            <a:ext cx="2788920" cy="896112"/>
          </a:xfrm>
          <a:prstGeom prst="rect">
            <a:avLst/>
          </a:prstGeom>
          <a:solidFill>
            <a:srgbClr val="E8F5ED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3291840" y="859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3291840" y="11521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 computazione Spark (computation_s) — separata da I/O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6135624" y="804672"/>
            <a:ext cx="2788920" cy="896112"/>
          </a:xfrm>
          <a:prstGeom prst="rect">
            <a:avLst/>
          </a:prstGeom>
          <a:solidFill>
            <a:srgbClr val="E8F5ED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245352" y="8595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time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6245352" y="11521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setup + I/O + compute + output + </a:t>
            </a:r>
            <a:r>
              <a:rPr lang="it-IT" sz="1000"/>
              <a:t>overhead di sistema</a:t>
            </a: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228600" y="1847088"/>
            <a:ext cx="4251960" cy="107349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338328" y="1920240"/>
            <a:ext cx="411480" cy="411480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338328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850392" y="193852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vs RDD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411480" y="2359152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e 3 le query · 1 worker · 20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iterazioni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 warm-up + 15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Osserviamo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end-to-end e processing time</a:t>
            </a:r>
            <a:endParaRPr lang="en-US" sz="1050"/>
          </a:p>
        </p:txBody>
      </p:sp>
      <p:sp>
        <p:nvSpPr>
          <p:cNvPr id="20" name="Shape 17"/>
          <p:cNvSpPr/>
          <p:nvPr/>
        </p:nvSpPr>
        <p:spPr>
          <a:xfrm>
            <a:off x="4709160" y="1847088"/>
            <a:ext cx="4251960" cy="107349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818888" y="1920240"/>
            <a:ext cx="411480" cy="411480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818888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400"/>
          </a:p>
        </p:txBody>
      </p:sp>
      <p:sp>
        <p:nvSpPr>
          <p:cNvPr id="25" name="Shape 22"/>
          <p:cNvSpPr/>
          <p:nvPr/>
        </p:nvSpPr>
        <p:spPr>
          <a:xfrm>
            <a:off x="228600" y="3051348"/>
            <a:ext cx="4251960" cy="107349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850392" y="317022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Worker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411480" y="3563412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4 worker Spark (1 core, 1 GB RAM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20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iterazioni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</a:t>
            </a:r>
            <a:endParaRPr lang="en-US" sz="1050"/>
          </a:p>
        </p:txBody>
      </p:sp>
      <p:sp>
        <p:nvSpPr>
          <p:cNvPr id="26" name="Shape 23"/>
          <p:cNvSpPr/>
          <p:nvPr/>
        </p:nvSpPr>
        <p:spPr>
          <a:xfrm>
            <a:off x="338328" y="3124500"/>
            <a:ext cx="411480" cy="411480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338328" y="31245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400"/>
          </a:p>
        </p:txBody>
      </p:sp>
      <p:sp>
        <p:nvSpPr>
          <p:cNvPr id="30" name="Shape 27"/>
          <p:cNvSpPr/>
          <p:nvPr/>
        </p:nvSpPr>
        <p:spPr>
          <a:xfrm>
            <a:off x="4709160" y="3051348"/>
            <a:ext cx="4251960" cy="107349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4818888" y="3124500"/>
            <a:ext cx="411480" cy="411480"/>
          </a:xfrm>
          <a:prstGeom prst="ellipse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4818888" y="31245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400"/>
          </a:p>
        </p:txBody>
      </p:sp>
      <p:sp>
        <p:nvSpPr>
          <p:cNvPr id="33" name="Text 30"/>
          <p:cNvSpPr/>
          <p:nvPr/>
        </p:nvSpPr>
        <p:spPr>
          <a:xfrm>
            <a:off x="5330952" y="314278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del Caching</a:t>
            </a:r>
            <a:endParaRPr lang="en-US" sz="1200"/>
          </a:p>
        </p:txBody>
      </p:sp>
      <p:sp>
        <p:nvSpPr>
          <p:cNvPr id="34" name="Text 31"/>
          <p:cNvSpPr/>
          <p:nvPr/>
        </p:nvSpPr>
        <p:spPr>
          <a:xfrm>
            <a:off x="4892040" y="3563412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.cache() su ogni fase vs cache solo dove necessario (riuso effettivo). Effetto su loading/processing/output</a:t>
            </a:r>
            <a:endParaRPr lang="en-US" sz="1050"/>
          </a:p>
        </p:txBody>
      </p:sp>
      <p:sp>
        <p:nvSpPr>
          <p:cNvPr id="35" name="Shape 32"/>
          <p:cNvSpPr/>
          <p:nvPr/>
        </p:nvSpPr>
        <p:spPr>
          <a:xfrm>
            <a:off x="228600" y="4291255"/>
            <a:ext cx="8732520" cy="292608"/>
          </a:xfrm>
          <a:prstGeom prst="rect">
            <a:avLst/>
          </a:prstGeom>
          <a:solidFill>
            <a:srgbClr val="E8F5ED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228600" y="429730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AMD Ryzen 7 5700U · 8 core · 16 GB RAM | Deploy locale: WSL2 + Docker Compose</a:t>
            </a:r>
            <a:endParaRPr lang="en-US" sz="1050"/>
          </a:p>
        </p:txBody>
      </p:sp>
      <p:sp>
        <p:nvSpPr>
          <p:cNvPr id="38" name="Text 25"/>
          <p:cNvSpPr/>
          <p:nvPr/>
        </p:nvSpPr>
        <p:spPr>
          <a:xfrm>
            <a:off x="5312664" y="1933029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vs Warm Start</a:t>
            </a:r>
            <a:endParaRPr lang="en-US" sz="1200"/>
          </a:p>
        </p:txBody>
      </p:sp>
      <p:sp>
        <p:nvSpPr>
          <p:cNvPr id="39" name="Text 26"/>
          <p:cNvSpPr/>
          <p:nvPr/>
        </p:nvSpPr>
        <p:spPr>
          <a:xfrm>
            <a:off x="4910328" y="2326221"/>
            <a:ext cx="3913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Spark session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ricreata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 ogni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iterazione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 warm-up) </a:t>
            </a:r>
          </a:p>
          <a:p>
            <a:pPr marL="0" indent="0">
              <a:buNone/>
            </a:pP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Warm: Session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condivisa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 warm-up </a:t>
            </a:r>
            <a:r>
              <a:rPr lang="en-US" sz="105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escluse</a:t>
            </a:r>
            <a:r>
              <a:rPr lang="en-US" sz="10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/>
          </a:p>
        </p:txBody>
      </p:sp>
      <p:graphicFrame>
        <p:nvGraphicFramePr>
          <p:cNvPr id="41" name="Diagramma 40">
            <a:extLst>
              <a:ext uri="{FF2B5EF4-FFF2-40B4-BE49-F238E27FC236}">
                <a16:creationId xmlns:a16="http://schemas.microsoft.com/office/drawing/2014/main" id="{1D7017DF-76D9-DCC0-6090-FA28934DFE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2931641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3C05C24-9A87-339F-7D65-01E76499E692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3" grpId="0" animBg="1"/>
      <p:bldP spid="24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E1:  DataFrame vs RDD –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2000"/>
          </a:p>
        </p:txBody>
      </p:sp>
      <p:sp>
        <p:nvSpPr>
          <p:cNvPr id="5" name="Shape 2"/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28600" y="8046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Time (secondi) – 1 Worker (5 </a:t>
            </a: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iterazioni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warm-up </a:t>
            </a: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escluse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+ 15 </a:t>
            </a: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15568"/>
          <a:ext cx="5303520" cy="12435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 DF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9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40.09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7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×13.8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3.38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62.70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7D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×18.5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18.78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24.27 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A9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×1.3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2633472"/>
            <a:ext cx="5303520" cy="1477890"/>
          </a:xfrm>
          <a:prstGeom prst="rect">
            <a:avLst/>
          </a:prstGeom>
          <a:solidFill>
            <a:srgbClr val="E8F5ED"/>
          </a:solidFill>
          <a:ln w="19050">
            <a:solidFill>
              <a:srgbClr val="007D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5"/>
          <p:cNvSpPr/>
          <p:nvPr/>
        </p:nvSpPr>
        <p:spPr>
          <a:xfrm>
            <a:off x="228600" y="2633472"/>
            <a:ext cx="91440" cy="147789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411480" y="27066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il divario è così ampio?</a:t>
            </a:r>
            <a:endParaRPr lang="en-US" sz="1250"/>
          </a:p>
        </p:txBody>
      </p:sp>
      <p:sp>
        <p:nvSpPr>
          <p:cNvPr id="7" name="Text 7"/>
          <p:cNvSpPr/>
          <p:nvPr/>
        </p:nvSpPr>
        <p:spPr>
          <a:xfrm>
            <a:off x="411480" y="3072384"/>
            <a:ext cx="4937760" cy="103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Catalyst Optimizer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column pruning, predicate pushdown, shuffle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ottimizzato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RDD API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serializzazione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Java,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Q3 gap ridotto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t-digest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collect dei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raw ma introduce overhead driver-executor</a:t>
            </a:r>
            <a:endParaRPr lang="en-US" sz="110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2043794551"/>
              </p:ext>
            </p:extLst>
          </p:nvPr>
        </p:nvGraphicFramePr>
        <p:xfrm>
          <a:off x="5760720" y="804672"/>
          <a:ext cx="3200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8"/>
          <p:cNvSpPr/>
          <p:nvPr/>
        </p:nvSpPr>
        <p:spPr>
          <a:xfrm>
            <a:off x="70471" y="4278581"/>
            <a:ext cx="5568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DataFrame </a:t>
            </a: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superiore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tutti </a:t>
            </a: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</a:t>
            </a:r>
            <a:r>
              <a:rPr lang="en-US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Catalyst Optimizer</a:t>
            </a:r>
            <a:endParaRPr lang="en-US" sz="1200"/>
          </a:p>
        </p:txBody>
      </p:sp>
      <p:graphicFrame>
        <p:nvGraphicFramePr>
          <p:cNvPr id="15" name="Diagramma 14">
            <a:extLst>
              <a:ext uri="{FF2B5EF4-FFF2-40B4-BE49-F238E27FC236}">
                <a16:creationId xmlns:a16="http://schemas.microsoft.com/office/drawing/2014/main" id="{98AF6ED7-B50C-A37C-594F-2BD5E28BA8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6233405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0D05EBE-DD2E-0BB3-5C7D-56008D6B2CC2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7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E2:  Cold vs Warm Start (DataFrame)</a:t>
            </a:r>
            <a:endParaRPr lang="en-US" sz="2000"/>
          </a:p>
        </p:txBody>
      </p:sp>
      <p:sp>
        <p:nvSpPr>
          <p:cNvPr id="5" name="Shape 2"/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883805" y="1227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41886"/>
              </p:ext>
            </p:extLst>
          </p:nvPr>
        </p:nvGraphicFramePr>
        <p:xfrm>
          <a:off x="883805" y="1526316"/>
          <a:ext cx="329184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(s)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(s)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14.60 ± </a:t>
                      </a:r>
                      <a:r>
                        <a:rPr lang="it-IT" sz="1100"/>
                        <a:t>1.75 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 ± </a:t>
                      </a:r>
                      <a:r>
                        <a:rPr lang="it-IT" sz="1100"/>
                        <a:t>0.04 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 ± </a:t>
                      </a:r>
                      <a:r>
                        <a:rPr lang="it-IT" sz="1100"/>
                        <a:t>0.95 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 ± </a:t>
                      </a:r>
                      <a:r>
                        <a:rPr lang="it-IT" sz="1100"/>
                        <a:t>0.07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25.37 ± </a:t>
                      </a:r>
                      <a:r>
                        <a:rPr lang="it-IT" sz="1100"/>
                        <a:t>4.43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 ± </a:t>
                      </a:r>
                      <a:r>
                        <a:rPr lang="it-IT" sz="1100"/>
                        <a:t>0.45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803766" y="3246634"/>
            <a:ext cx="3298757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4803766" y="3246634"/>
            <a:ext cx="105218" cy="128016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4968357" y="3273446"/>
            <a:ext cx="3028949" cy="120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Loading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OS/JVM file cache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assente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cold start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Processing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JIT compilation non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calda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b="1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StdDev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cold: 4.43s vs warm: 0.45s</a:t>
            </a:r>
            <a:endParaRPr lang="en-US" sz="110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Overhead: </a:t>
            </a: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setup </a:t>
            </a:r>
          </a:p>
          <a:p>
            <a:pPr>
              <a:spcAft>
                <a:spcPts val="400"/>
              </a:spcAft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it-IT" sz="1100" b="1"/>
              <a:t>Instabilità</a:t>
            </a:r>
            <a:r>
              <a:rPr lang="it-IT" sz="1100"/>
              <a:t> del primo accesso a disco</a:t>
            </a:r>
            <a:endParaRPr lang="en-US" sz="1100"/>
          </a:p>
        </p:txBody>
      </p:sp>
      <p:graphicFrame>
        <p:nvGraphicFramePr>
          <p:cNvPr id="17" name="Diagramma 16">
            <a:extLst>
              <a:ext uri="{FF2B5EF4-FFF2-40B4-BE49-F238E27FC236}">
                <a16:creationId xmlns:a16="http://schemas.microsoft.com/office/drawing/2014/main" id="{B110D7E2-0061-A867-1E43-5BA5C9041E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5585104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5A245B2A-128B-C311-3675-2B9324F44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189280"/>
              </p:ext>
            </p:extLst>
          </p:nvPr>
        </p:nvGraphicFramePr>
        <p:xfrm>
          <a:off x="883805" y="3246634"/>
          <a:ext cx="329184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(s)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(s)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13.94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0.36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0.45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0.03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7.73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0.31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0.79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0.07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26.36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</a:t>
                      </a:r>
                      <a:r>
                        <a:rPr lang="it-IT" sz="1100"/>
                        <a:t> 0.59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2.83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0.20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7">
            <a:extLst>
              <a:ext uri="{FF2B5EF4-FFF2-40B4-BE49-F238E27FC236}">
                <a16:creationId xmlns:a16="http://schemas.microsoft.com/office/drawing/2014/main" id="{6FE20C43-9C53-D3B0-FE77-C9450A3DC8F4}"/>
              </a:ext>
            </a:extLst>
          </p:cNvPr>
          <p:cNvSpPr/>
          <p:nvPr/>
        </p:nvSpPr>
        <p:spPr>
          <a:xfrm>
            <a:off x="883805" y="296437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7EC7FB0-57A7-126F-EB8C-2428D41ABCFB}"/>
              </a:ext>
            </a:extLst>
          </p:cNvPr>
          <p:cNvSpPr/>
          <p:nvPr/>
        </p:nvSpPr>
        <p:spPr>
          <a:xfrm>
            <a:off x="4810683" y="123442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A95D624-E07A-C2A2-1F4C-7D6C1DB74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731046"/>
              </p:ext>
            </p:extLst>
          </p:nvPr>
        </p:nvGraphicFramePr>
        <p:xfrm>
          <a:off x="4810683" y="1526316"/>
          <a:ext cx="329184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(s)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(s)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14.20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0.43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0.39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0.04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15.20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8.05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0.19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41.41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1.19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1100"/>
                        <a:t>15.14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</a:t>
                      </a:r>
                      <a:r>
                        <a:rPr lang="it-IT" sz="1100"/>
                        <a:t>0.36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E93BA817-1FD9-F84D-250C-B8541ACBCBFD}"/>
              </a:ext>
            </a:extLst>
          </p:cNvPr>
          <p:cNvSpPr/>
          <p:nvPr/>
        </p:nvSpPr>
        <p:spPr>
          <a:xfrm>
            <a:off x="4803766" y="295783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4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Impatti</a:t>
            </a:r>
            <a:r>
              <a:rPr lang="en-US" sz="14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</a:t>
            </a:r>
            <a:r>
              <a:rPr lang="en-US" sz="14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7EB975A-0982-8ADE-0D49-475471D97A11}"/>
              </a:ext>
            </a:extLst>
          </p:cNvPr>
          <p:cNvSpPr/>
          <p:nvPr/>
        </p:nvSpPr>
        <p:spPr>
          <a:xfrm>
            <a:off x="334455" y="724470"/>
            <a:ext cx="8038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(</a:t>
            </a:r>
            <a:r>
              <a:rPr lang="it-IT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session ricreata ad ogni iterazione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15 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iterazioni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</a:p>
          <a:p>
            <a:pPr marL="0" indent="0">
              <a:buNone/>
            </a:pP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 (Session 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condivisa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5 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iterazioni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warm-up (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escluse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+ 15 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iterazioni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</a:t>
            </a:r>
            <a:endParaRPr lang="en-US" sz="1150" b="1">
              <a:solidFill>
                <a:srgbClr val="007D3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7C5EDF1D-5CF5-A350-BA7B-057AD53FA4AE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7" grpId="0" animBg="1"/>
      <p:bldP spid="8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71FEE-7D3B-AB5C-30B2-B5D083D4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0D7A99C-D82A-2ADE-0920-83C97D8DD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0853871-66BA-CCE1-5132-C2C1D51ABC88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F8B3AF7-4E6B-B914-99E9-FAB985BD2195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E3: 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9A43FF3-7889-CF46-5AB2-EC4D44DE4D3A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A823C6D8-D6F5-3A24-0BF9-069A5210D35F}"/>
              </a:ext>
            </a:extLst>
          </p:cNvPr>
          <p:cNvGrpSpPr/>
          <p:nvPr/>
        </p:nvGrpSpPr>
        <p:grpSpPr>
          <a:xfrm>
            <a:off x="630679" y="1031008"/>
            <a:ext cx="3872742" cy="3081483"/>
            <a:chOff x="801587" y="1293746"/>
            <a:chExt cx="3291840" cy="2556007"/>
          </a:xfrm>
        </p:grpSpPr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9B0C851B-54FB-2F1D-B790-43ECE19D6D65}"/>
                </a:ext>
              </a:extLst>
            </p:cNvPr>
            <p:cNvSpPr/>
            <p:nvPr/>
          </p:nvSpPr>
          <p:spPr>
            <a:xfrm>
              <a:off x="801587" y="1293746"/>
              <a:ext cx="3291840" cy="25560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72CC1070-B64F-CD8D-1821-F122D74A5FF3}"/>
                </a:ext>
              </a:extLst>
            </p:cNvPr>
            <p:cNvSpPr/>
            <p:nvPr/>
          </p:nvSpPr>
          <p:spPr>
            <a:xfrm>
              <a:off x="801587" y="1293747"/>
              <a:ext cx="91440" cy="2556006"/>
            </a:xfrm>
            <a:prstGeom prst="rect">
              <a:avLst/>
            </a:prstGeom>
            <a:solidFill>
              <a:srgbClr val="007D34"/>
            </a:solidFill>
            <a:ln w="12700">
              <a:solidFill>
                <a:srgbClr val="007D34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7B64065D-3F70-CA7D-1C04-3D06257BB8E1}"/>
                </a:ext>
              </a:extLst>
            </p:cNvPr>
            <p:cNvSpPr/>
            <p:nvPr/>
          </p:nvSpPr>
          <p:spPr>
            <a:xfrm>
              <a:off x="1121627" y="1680209"/>
              <a:ext cx="2971800" cy="1783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600" b="1" err="1">
                  <a:solidFill>
                    <a:srgbClr val="147F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Configurazione</a:t>
              </a:r>
              <a:r>
                <a:rPr lang="en-US" sz="1600" b="1">
                  <a:solidFill>
                    <a:srgbClr val="147F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Numero</a:t>
              </a: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di Worker: 1 – 4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 err="1"/>
                <a:t>Risorse</a:t>
              </a:r>
              <a:r>
                <a:rPr lang="en-US" sz="1400"/>
                <a:t> per Worker: </a:t>
              </a:r>
            </a:p>
            <a:p>
              <a:pPr marL="628650" lvl="1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/>
                <a:t>1 core;</a:t>
              </a:r>
            </a:p>
            <a:p>
              <a:pPr marL="628650" lvl="1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/>
                <a:t>1 GB RAM;</a:t>
              </a:r>
              <a:endPara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Esecuzione</a:t>
              </a: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locale (WSL2, Docker Compose);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 </a:t>
              </a:r>
              <a:r>
                <a:rPr lang="en-US" sz="14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iterazioni</a:t>
              </a: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totali</a:t>
              </a: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;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</a:t>
              </a:r>
              <a:r>
                <a:rPr lang="en-US" sz="14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iterazioni</a:t>
              </a: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di warm-up (</a:t>
              </a:r>
              <a:r>
                <a:rPr lang="en-US" sz="14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scartate</a:t>
              </a: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); 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</a:t>
              </a:r>
              <a:r>
                <a:rPr lang="en-US" sz="14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Dataframe</a:t>
              </a:r>
              <a:r>
                <a:rPr lang="en-US" sz="14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vs API RDD;</a:t>
              </a:r>
            </a:p>
            <a:p>
              <a:pPr>
                <a:spcAft>
                  <a:spcPts val="400"/>
                </a:spcAft>
              </a:pPr>
              <a:endParaRPr lang="en-US" sz="1100"/>
            </a:p>
          </p:txBody>
        </p:sp>
      </p:grpSp>
      <p:graphicFrame>
        <p:nvGraphicFramePr>
          <p:cNvPr id="17" name="Diagramma 16">
            <a:extLst>
              <a:ext uri="{FF2B5EF4-FFF2-40B4-BE49-F238E27FC236}">
                <a16:creationId xmlns:a16="http://schemas.microsoft.com/office/drawing/2014/main" id="{F0FD793E-9AF7-2350-4D82-0E142706C8D1}"/>
              </a:ext>
            </a:extLst>
          </p:cNvPr>
          <p:cNvGraphicFramePr/>
          <p:nvPr/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9" name="Immagine 18">
            <a:extLst>
              <a:ext uri="{FF2B5EF4-FFF2-40B4-BE49-F238E27FC236}">
                <a16:creationId xmlns:a16="http://schemas.microsoft.com/office/drawing/2014/main" id="{E62D24AB-C38F-205E-9DF9-519808365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1524370"/>
            <a:ext cx="3941321" cy="178307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3E6A640-2AC0-1A19-4BEF-21A66EBCB504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89052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0837D-8D46-7431-EE0F-5361DBD66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C485B71-1C9E-DA73-FC68-4BEBD31F7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77FA2CE-8DB2-2AD6-F27A-13A9FB7A46F3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04F892C-6447-CE4D-8876-C0F8485DB115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E3: 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4AE0CEF-8792-A3E2-5020-7F587D936689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7" name="Diagramma 16">
            <a:extLst>
              <a:ext uri="{FF2B5EF4-FFF2-40B4-BE49-F238E27FC236}">
                <a16:creationId xmlns:a16="http://schemas.microsoft.com/office/drawing/2014/main" id="{A8BAC4D1-1819-A9A9-120E-2D98B8FE80C6}"/>
              </a:ext>
            </a:extLst>
          </p:cNvPr>
          <p:cNvGraphicFramePr/>
          <p:nvPr/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Immagine 8">
            <a:extLst>
              <a:ext uri="{FF2B5EF4-FFF2-40B4-BE49-F238E27FC236}">
                <a16:creationId xmlns:a16="http://schemas.microsoft.com/office/drawing/2014/main" id="{0F18890E-66B6-4E11-29B0-0EAA9BA4B4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65" y="1700280"/>
            <a:ext cx="4221485" cy="257979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369AFFA-8CC4-34B8-F4FA-9670F16F24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1525" y="1708236"/>
            <a:ext cx="4221485" cy="2579796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6DB53C93-BE2F-53E6-2ADD-4085AD9501B5}"/>
              </a:ext>
            </a:extLst>
          </p:cNvPr>
          <p:cNvSpPr/>
          <p:nvPr/>
        </p:nvSpPr>
        <p:spPr>
          <a:xfrm>
            <a:off x="320040" y="8039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 end-to-end: API </a:t>
            </a:r>
            <a:r>
              <a:rPr lang="en-US" sz="115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en-US" sz="115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API RDD</a:t>
            </a:r>
            <a:endParaRPr lang="en-US" sz="115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18A92DF-22EA-5BE0-2017-CD6F01F97645}"/>
              </a:ext>
            </a:extLst>
          </p:cNvPr>
          <p:cNvSpPr/>
          <p:nvPr/>
        </p:nvSpPr>
        <p:spPr>
          <a:xfrm>
            <a:off x="320040" y="1348578"/>
            <a:ext cx="8372237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it-IT" sz="1100" dirty="0"/>
              <a:t>Oltre i </a:t>
            </a:r>
            <a:r>
              <a:rPr lang="it-IT" sz="1100" b="1" dirty="0"/>
              <a:t>2 worker </a:t>
            </a:r>
            <a:r>
              <a:rPr lang="it-IT" sz="1100" dirty="0"/>
              <a:t>il guadagno tende a stabilizzarsi o peggiorare per effetto dell’overhead dell’ambiente locale containerizzato.</a:t>
            </a:r>
          </a:p>
          <a:p>
            <a:pPr>
              <a:spcAft>
                <a:spcPts val="400"/>
              </a:spcAft>
            </a:pPr>
            <a:r>
              <a:rPr lang="it-IT" sz="1100" dirty="0"/>
              <a:t>La presenza di </a:t>
            </a:r>
            <a:r>
              <a:rPr lang="it-IT" sz="1100" b="1" dirty="0" err="1"/>
              <a:t>outliers</a:t>
            </a:r>
            <a:r>
              <a:rPr lang="it-IT" sz="1100" dirty="0"/>
              <a:t> (deployment locale) ha avuto un forte </a:t>
            </a:r>
            <a:r>
              <a:rPr lang="it-IT" sz="1100" b="1" dirty="0"/>
              <a:t>impatto sulla media </a:t>
            </a:r>
            <a:r>
              <a:rPr lang="it-IT" sz="1100" dirty="0"/>
              <a:t>dei tempi che per questo </a:t>
            </a:r>
            <a:r>
              <a:rPr lang="en-US" sz="1100" b="1" dirty="0"/>
              <a:t>non è </a:t>
            </a:r>
            <a:r>
              <a:rPr lang="en-US" sz="1100" b="1" dirty="0" err="1"/>
              <a:t>rappresentativa</a:t>
            </a:r>
            <a:r>
              <a:rPr lang="en-US" sz="1100" b="1" dirty="0"/>
              <a:t> </a:t>
            </a:r>
            <a:r>
              <a:rPr lang="en-US" sz="1100" dirty="0"/>
              <a:t>degli </a:t>
            </a:r>
            <a:r>
              <a:rPr lang="en-US" sz="1100" dirty="0" err="1"/>
              <a:t>effetti</a:t>
            </a:r>
            <a:r>
              <a:rPr lang="en-US" sz="1100" dirty="0"/>
              <a:t> </a:t>
            </a:r>
            <a:r>
              <a:rPr lang="en-US" sz="1100" dirty="0" err="1"/>
              <a:t>dello</a:t>
            </a:r>
            <a:r>
              <a:rPr lang="en-US" sz="1100" dirty="0"/>
              <a:t> scaling.</a:t>
            </a:r>
          </a:p>
          <a:p>
            <a:pPr>
              <a:spcAft>
                <a:spcPts val="400"/>
              </a:spcAft>
            </a:pPr>
            <a:endParaRPr lang="en-US" sz="11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98FDF67-C1D3-A4BF-E478-001FEDF7FF4D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32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B38663A-6795-FE36-B87B-ACDE087A8B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1006" y="1624300"/>
            <a:ext cx="471271" cy="27432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98604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BB23F-4606-2D51-C2B2-9FA8342D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9CE3263-C0FF-CF28-8191-07831F2A5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887C64B-8F32-CBF7-1CCF-0946BE710F9C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8FED2A7-85E4-1A13-3EA6-6B490AEE08E8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E3: 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6D92D2A-29C6-93B4-BBE5-BC9062234FE8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7" name="Diagramma 16">
            <a:extLst>
              <a:ext uri="{FF2B5EF4-FFF2-40B4-BE49-F238E27FC236}">
                <a16:creationId xmlns:a16="http://schemas.microsoft.com/office/drawing/2014/main" id="{7344885C-935A-69B4-7999-573465CC528A}"/>
              </a:ext>
            </a:extLst>
          </p:cNvPr>
          <p:cNvGraphicFramePr/>
          <p:nvPr/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F5E1F695-D031-A5DF-A5D3-DE1095D33C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808140"/>
            <a:ext cx="6583680" cy="363237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46F2827-0D9C-D386-307E-843BF013C4BD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FFF0718-C4A6-44CC-C614-FDC1EFA33FCF}"/>
              </a:ext>
            </a:extLst>
          </p:cNvPr>
          <p:cNvSpPr/>
          <p:nvPr/>
        </p:nvSpPr>
        <p:spPr>
          <a:xfrm>
            <a:off x="7132320" y="2571750"/>
            <a:ext cx="1691640" cy="1623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ottimale;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Parallelismo migliora performance;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RDD guadagno maggiore;</a:t>
            </a: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worker </a:t>
            </a:r>
            <a:r>
              <a:rPr lang="it-IT" sz="1200" b="1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contesa delle risorse </a:t>
            </a:r>
            <a:r>
              <a:rPr lang="it-IT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(RAM, CPU, </a:t>
            </a:r>
            <a:r>
              <a:rPr lang="it-IT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datanode</a:t>
            </a:r>
            <a:r>
              <a:rPr lang="it-IT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it-IT" sz="1200" b="1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di comunicazione</a:t>
            </a:r>
            <a:r>
              <a:rPr lang="it-IT" sz="120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it-IT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shuffling</a:t>
            </a:r>
            <a:r>
              <a:rPr lang="it-IT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it-IT" sz="1200" b="1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>
              <a:spcAft>
                <a:spcPts val="400"/>
              </a:spcAft>
            </a:pPr>
            <a:endParaRPr lang="it-IT" sz="1200" b="1" dirty="0">
              <a:solidFill>
                <a:srgbClr val="008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endParaRPr lang="it-IT" sz="12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400"/>
              </a:spcAft>
              <a:buAutoNum type="arabicPeriod"/>
            </a:pP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8202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59811-1F8E-22B3-1865-B5412009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C919682-A270-4451-3FC3-BA434DC33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739667A-7EB8-77A5-57C7-DEB2B8EB7A85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5CDF8FB-8CAA-940D-1E56-E94267F56E1A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E4: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</a:t>
            </a: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caching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98F3147-DB64-2C86-16CE-EDA37C2B22B2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ACA9BA8-DAA7-4450-5BD5-4561D96BFEA9}"/>
              </a:ext>
            </a:extLst>
          </p:cNvPr>
          <p:cNvSpPr/>
          <p:nvPr/>
        </p:nvSpPr>
        <p:spPr>
          <a:xfrm>
            <a:off x="320040" y="4275418"/>
            <a:ext cx="8008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 cache() è stata quindi mantenuta solo dove giustificata da un riutilizzo effettivo del </a:t>
            </a:r>
            <a:r>
              <a:rPr lang="it-IT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it-IT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1A725DF2-48CF-E712-8D42-B294A01FE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4799"/>
              </p:ext>
            </p:extLst>
          </p:nvPr>
        </p:nvGraphicFramePr>
        <p:xfrm>
          <a:off x="621030" y="1710616"/>
          <a:ext cx="3703320" cy="2399643"/>
        </p:xfrm>
        <a:graphic>
          <a:graphicData uri="http://schemas.openxmlformats.org/drawingml/2006/table">
            <a:tbl>
              <a:tblPr/>
              <a:tblGrid>
                <a:gridCol w="92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148821942"/>
                    </a:ext>
                  </a:extLst>
                </a:gridCol>
              </a:tblGrid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SimSun" panose="02010600030101010101" pitchFamily="2" charset="-122"/>
                        </a:rPr>
                        <a:t>Fase</a:t>
                      </a:r>
                      <a:endParaRPr lang="it-IT" sz="1100">
                        <a:solidFill>
                          <a:schemeClr val="bg1"/>
                        </a:solidFill>
                        <a:effectLst/>
                        <a:latin typeface="+mn-lt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b="1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SimSun" panose="02010600030101010101" pitchFamily="2" charset="-122"/>
                        </a:rPr>
                        <a:t>Impl</a:t>
                      </a:r>
                      <a:r>
                        <a:rPr lang="it-IT" sz="11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SimSun" panose="02010600030101010101" pitchFamily="2" charset="-122"/>
                        </a:rPr>
                        <a:t>.</a:t>
                      </a:r>
                      <a:endParaRPr lang="it-IT" sz="1100">
                        <a:solidFill>
                          <a:schemeClr val="bg1"/>
                        </a:solidFill>
                        <a:effectLst/>
                        <a:latin typeface="+mn-lt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b="1">
                          <a:solidFill>
                            <a:schemeClr val="bg1"/>
                          </a:solidFill>
                          <a:effectLst/>
                          <a:latin typeface="+mn-lt"/>
                          <a:ea typeface="SimSun" panose="02010600030101010101" pitchFamily="2" charset="-122"/>
                        </a:rPr>
                        <a:t>Mean (s)</a:t>
                      </a:r>
                      <a:endParaRPr lang="it-IT" sz="1100">
                        <a:solidFill>
                          <a:schemeClr val="bg1"/>
                        </a:solidFill>
                        <a:effectLst/>
                        <a:latin typeface="+mn-lt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b="1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SimSun" panose="02010600030101010101" pitchFamily="2" charset="-122"/>
                        </a:rPr>
                        <a:t>StdDev</a:t>
                      </a:r>
                      <a:endParaRPr lang="it-IT" sz="1100" b="1">
                        <a:solidFill>
                          <a:schemeClr val="bg1"/>
                        </a:solidFill>
                        <a:effectLst/>
                        <a:latin typeface="+mn-lt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Loading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2.36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Loading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no 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0.55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865124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Processing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0.43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0.06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607270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Processing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no 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0.77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0.07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016914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Output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0.65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0.25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664182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 err="1">
                          <a:effectLst/>
                          <a:latin typeface="+mn-lt"/>
                          <a:ea typeface="SimSun" panose="02010600030101010101" pitchFamily="2" charset="-122"/>
                        </a:rPr>
                        <a:t>Ouput</a:t>
                      </a:r>
                      <a:endParaRPr lang="it-IT" sz="1100">
                        <a:effectLst/>
                        <a:latin typeface="+mn-lt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no 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0.89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0.36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480278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End-to-end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4.37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0.53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End-to-end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no cache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100">
                          <a:effectLst/>
                          <a:latin typeface="+mn-lt"/>
                          <a:ea typeface="SimSun" panose="02010600030101010101" pitchFamily="2" charset="-122"/>
                        </a:rPr>
                        <a:t>2.86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0.45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Diagramma 14">
            <a:extLst>
              <a:ext uri="{FF2B5EF4-FFF2-40B4-BE49-F238E27FC236}">
                <a16:creationId xmlns:a16="http://schemas.microsoft.com/office/drawing/2014/main" id="{093D2936-8524-E40B-4C28-DB4C5BD58920}"/>
              </a:ext>
            </a:extLst>
          </p:cNvPr>
          <p:cNvGraphicFramePr/>
          <p:nvPr/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5" name="Gruppo 24">
            <a:extLst>
              <a:ext uri="{FF2B5EF4-FFF2-40B4-BE49-F238E27FC236}">
                <a16:creationId xmlns:a16="http://schemas.microsoft.com/office/drawing/2014/main" id="{AE1101E1-65B5-5AE4-917C-6E2128DE6A97}"/>
              </a:ext>
            </a:extLst>
          </p:cNvPr>
          <p:cNvGrpSpPr/>
          <p:nvPr/>
        </p:nvGrpSpPr>
        <p:grpSpPr>
          <a:xfrm>
            <a:off x="5120640" y="1279049"/>
            <a:ext cx="3703320" cy="2890372"/>
            <a:chOff x="5699760" y="1053111"/>
            <a:chExt cx="3124200" cy="3114286"/>
          </a:xfrm>
        </p:grpSpPr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78B2E832-0659-E916-8A71-EE5A35B06046}"/>
                </a:ext>
              </a:extLst>
            </p:cNvPr>
            <p:cNvGrpSpPr/>
            <p:nvPr/>
          </p:nvGrpSpPr>
          <p:grpSpPr>
            <a:xfrm>
              <a:off x="5699760" y="1053111"/>
              <a:ext cx="3124200" cy="3068298"/>
              <a:chOff x="5699760" y="1132332"/>
              <a:chExt cx="3124200" cy="2654808"/>
            </a:xfrm>
          </p:grpSpPr>
          <p:sp>
            <p:nvSpPr>
              <p:cNvPr id="8" name="Shape 4">
                <a:extLst>
                  <a:ext uri="{FF2B5EF4-FFF2-40B4-BE49-F238E27FC236}">
                    <a16:creationId xmlns:a16="http://schemas.microsoft.com/office/drawing/2014/main" id="{0E30B3E0-6117-25AD-622E-ABB769F838F9}"/>
                  </a:ext>
                </a:extLst>
              </p:cNvPr>
              <p:cNvSpPr/>
              <p:nvPr/>
            </p:nvSpPr>
            <p:spPr>
              <a:xfrm>
                <a:off x="5699760" y="1132332"/>
                <a:ext cx="3124200" cy="2654808"/>
              </a:xfrm>
              <a:prstGeom prst="rect">
                <a:avLst/>
              </a:prstGeom>
              <a:solidFill>
                <a:srgbClr val="E8F5ED"/>
              </a:solidFill>
              <a:ln w="19050">
                <a:solidFill>
                  <a:srgbClr val="007D34"/>
                </a:solidFill>
                <a:prstDash val="solid"/>
              </a:ln>
              <a:effectLst>
                <a:outerShdw blurRad="635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" name="Shape 5">
                <a:extLst>
                  <a:ext uri="{FF2B5EF4-FFF2-40B4-BE49-F238E27FC236}">
                    <a16:creationId xmlns:a16="http://schemas.microsoft.com/office/drawing/2014/main" id="{B225395B-507C-3AD6-4ED5-F1A9327A7389}"/>
                  </a:ext>
                </a:extLst>
              </p:cNvPr>
              <p:cNvSpPr/>
              <p:nvPr/>
            </p:nvSpPr>
            <p:spPr>
              <a:xfrm>
                <a:off x="5699760" y="1146438"/>
                <a:ext cx="91440" cy="2640702"/>
              </a:xfrm>
              <a:prstGeom prst="rect">
                <a:avLst/>
              </a:prstGeom>
              <a:solidFill>
                <a:srgbClr val="007D34"/>
              </a:solidFill>
              <a:ln w="12700">
                <a:solidFill>
                  <a:srgbClr val="007D34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30224A8D-A2C7-72D3-812E-A2EE3EC1F45F}"/>
                  </a:ext>
                </a:extLst>
              </p:cNvPr>
              <p:cNvSpPr/>
              <p:nvPr/>
            </p:nvSpPr>
            <p:spPr>
              <a:xfrm>
                <a:off x="5958840" y="1214628"/>
                <a:ext cx="2632759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50" b="1" err="1">
                    <a:solidFill>
                      <a:srgbClr val="007D3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Vantaggi</a:t>
                </a:r>
                <a:endParaRPr lang="en-US" sz="1250"/>
              </a:p>
            </p:txBody>
          </p:sp>
        </p:grp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62474300-2885-9A42-EFE6-FF809D74AF3C}"/>
                </a:ext>
              </a:extLst>
            </p:cNvPr>
            <p:cNvSpPr/>
            <p:nvPr/>
          </p:nvSpPr>
          <p:spPr>
            <a:xfrm>
              <a:off x="5958840" y="1490536"/>
              <a:ext cx="2628900" cy="1046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it-IT" sz="12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Separare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 modo </a:t>
              </a:r>
              <a:r>
                <a:rPr lang="it-IT" sz="12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accurato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loading, </a:t>
              </a:r>
              <a:r>
                <a:rPr lang="it-IT" sz="12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computation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 output;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Riduzione dei tempi delle fasi successive;</a:t>
              </a:r>
            </a:p>
            <a:p>
              <a:pPr>
                <a:spcAft>
                  <a:spcPts val="400"/>
                </a:spcAft>
              </a:pPr>
              <a:endParaRPr lang="it-IT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>
                <a:spcAft>
                  <a:spcPts val="400"/>
                </a:spcAft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20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96D16183-D2F4-7A37-7BCC-D69171819070}"/>
                </a:ext>
              </a:extLst>
            </p:cNvPr>
            <p:cNvSpPr/>
            <p:nvPr/>
          </p:nvSpPr>
          <p:spPr>
            <a:xfrm>
              <a:off x="5954981" y="2144069"/>
              <a:ext cx="2632759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50" b="1" err="1">
                  <a:solidFill>
                    <a:srgbClr val="007D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Svantaggi</a:t>
              </a:r>
              <a:endParaRPr lang="en-US" sz="125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7220654C-7BC3-35F0-A5EE-B9808E66ABBF}"/>
                </a:ext>
              </a:extLst>
            </p:cNvPr>
            <p:cNvSpPr/>
            <p:nvPr/>
          </p:nvSpPr>
          <p:spPr>
            <a:xfrm>
              <a:off x="5993130" y="2467966"/>
              <a:ext cx="2628900" cy="16994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it-IT" sz="12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Aumento dei tempi 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(materializzazioni aggiuntive);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Aumenta la </a:t>
              </a:r>
              <a:r>
                <a:rPr lang="it-IT" sz="12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pressione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it-IT" sz="12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sulla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it-IT" sz="12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memoria;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Ostacolo all’ottimizzazione del piano da parte di Spark (</a:t>
              </a:r>
              <a:r>
                <a:rPr lang="it-IT" sz="1200" b="1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Catalyst</a:t>
              </a:r>
              <a:r>
                <a:rPr lang="it-IT" sz="12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it-IT" sz="1200" b="1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Optimizer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).</a:t>
              </a:r>
              <a:endParaRPr lang="en-US" sz="1200"/>
            </a:p>
            <a:p>
              <a:pPr>
                <a:spcAft>
                  <a:spcPts val="400"/>
                </a:spcAft>
              </a:pPr>
              <a:endParaRPr lang="it-IT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>
                <a:spcAft>
                  <a:spcPts val="400"/>
                </a:spcAft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200"/>
            </a:p>
          </p:txBody>
        </p:sp>
      </p:grpSp>
      <p:sp>
        <p:nvSpPr>
          <p:cNvPr id="24" name="Text 3">
            <a:extLst>
              <a:ext uri="{FF2B5EF4-FFF2-40B4-BE49-F238E27FC236}">
                <a16:creationId xmlns:a16="http://schemas.microsoft.com/office/drawing/2014/main" id="{34F3FD8C-DB3C-0967-E733-77993DF2C1E9}"/>
              </a:ext>
            </a:extLst>
          </p:cNvPr>
          <p:cNvSpPr/>
          <p:nvPr/>
        </p:nvSpPr>
        <p:spPr>
          <a:xfrm>
            <a:off x="320040" y="763011"/>
            <a:ext cx="8008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(API </a:t>
            </a:r>
            <a:r>
              <a:rPr lang="it-IT" sz="12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it-IT" sz="12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confronto tra implementazione scelta e implementazione con .cache() ad ogni fase </a:t>
            </a:r>
            <a:endParaRPr lang="en-US" sz="120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37B628F-3816-8574-5017-3C9E347E5F42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277FD00-A218-FADA-BB7C-CEA47B862B5D}"/>
              </a:ext>
            </a:extLst>
          </p:cNvPr>
          <p:cNvSpPr/>
          <p:nvPr/>
        </p:nvSpPr>
        <p:spPr>
          <a:xfrm>
            <a:off x="320040" y="1033241"/>
            <a:ext cx="4606460" cy="1465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it-IT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r>
              <a:rPr lang="it-IT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.cache() su tutti i </a:t>
            </a:r>
            <a:r>
              <a:rPr lang="it-IT" sz="12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it-IT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intermedi per la separazione dei tempi</a:t>
            </a:r>
          </a:p>
          <a:p>
            <a:pPr>
              <a:spcAft>
                <a:spcPts val="400"/>
              </a:spcAft>
            </a:pPr>
            <a:endParaRPr lang="it-IT" sz="1200" b="1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400"/>
              </a:spcAft>
              <a:buAutoNum type="arabicPeriod"/>
            </a:pPr>
            <a:endParaRPr lang="it-IT" sz="120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endParaRPr lang="it-IT" sz="120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it-IT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63338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D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E2D42-89B5-3F05-F3EB-3A430305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93A440-8B69-FC93-AC05-9322BA46B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F63F10E-CDB5-AFB4-CA38-1D8AA2D875D3}"/>
              </a:ext>
            </a:extLst>
          </p:cNvPr>
          <p:cNvSpPr/>
          <p:nvPr/>
        </p:nvSpPr>
        <p:spPr>
          <a:xfrm>
            <a:off x="453483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</a:t>
            </a:r>
            <a:r>
              <a:rPr lang="en-US" sz="3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00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0A52168-0B9E-BB78-5D92-C079BC7D6423}"/>
              </a:ext>
            </a:extLst>
          </p:cNvPr>
          <p:cNvSpPr/>
          <p:nvPr/>
        </p:nvSpPr>
        <p:spPr>
          <a:xfrm>
            <a:off x="457200" y="2399370"/>
            <a:ext cx="4947424" cy="457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6134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AE2D2-7AD2-3881-0B86-54EAF80F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1BFA5D2-7385-F595-75F0-0E09F8F1B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"/>
            <a:ext cx="1828800" cy="42976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8809B89-FA80-D2AC-1801-3213FDA1DC23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1F71381-646C-35A5-D7FA-274A48750924}"/>
              </a:ext>
            </a:extLst>
          </p:cNvPr>
          <p:cNvSpPr/>
          <p:nvPr/>
        </p:nvSpPr>
        <p:spPr>
          <a:xfrm>
            <a:off x="320040" y="1097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</a:t>
            </a:r>
            <a:r>
              <a:rPr lang="en-US" sz="20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2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FDA7525-B1C8-5685-9ED4-39F2A5AF15A1}"/>
              </a:ext>
            </a:extLst>
          </p:cNvPr>
          <p:cNvSpPr/>
          <p:nvPr/>
        </p:nvSpPr>
        <p:spPr>
          <a:xfrm>
            <a:off x="320040" y="621792"/>
            <a:ext cx="8503920" cy="27432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5" name="Diagramma 14">
            <a:extLst>
              <a:ext uri="{FF2B5EF4-FFF2-40B4-BE49-F238E27FC236}">
                <a16:creationId xmlns:a16="http://schemas.microsoft.com/office/drawing/2014/main" id="{70788A43-DE9F-50F7-EE9E-6222C06E3F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2084723"/>
              </p:ext>
            </p:extLst>
          </p:nvPr>
        </p:nvGraphicFramePr>
        <p:xfrm>
          <a:off x="552401" y="4800773"/>
          <a:ext cx="8039198" cy="24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 7">
            <a:extLst>
              <a:ext uri="{FF2B5EF4-FFF2-40B4-BE49-F238E27FC236}">
                <a16:creationId xmlns:a16="http://schemas.microsoft.com/office/drawing/2014/main" id="{529446E3-6F04-2312-31BE-DF6A25EAAC52}"/>
              </a:ext>
            </a:extLst>
          </p:cNvPr>
          <p:cNvSpPr/>
          <p:nvPr/>
        </p:nvSpPr>
        <p:spPr>
          <a:xfrm>
            <a:off x="411124" y="2243409"/>
            <a:ext cx="8503920" cy="971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400"/>
              </a:spcAft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r>
              <a:rPr lang="it-IT" sz="12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riporta in maniera consistente 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migliori 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rispetto all’API RDD;</a:t>
            </a:r>
          </a:p>
          <a:p>
            <a:pPr lvl="1">
              <a:spcAft>
                <a:spcPts val="1200"/>
              </a:spcAft>
            </a:pPr>
            <a:r>
              <a:rPr lang="it-IT" sz="1200" b="1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it-IT" sz="1200" i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r>
              <a:rPr lang="it-IT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i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it-IT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 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pianificazione efficiente degli shuffle;</a:t>
            </a:r>
          </a:p>
          <a:p>
            <a:pPr marL="228600" indent="-228600">
              <a:spcAft>
                <a:spcPts val="400"/>
              </a:spcAft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differenza tra performance iniziali e 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 regime 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una corretta valutazione della pipeline;</a:t>
            </a:r>
          </a:p>
          <a:p>
            <a:pPr lvl="1">
              <a:spcAft>
                <a:spcPts val="1200"/>
              </a:spcAft>
            </a:pPr>
            <a:r>
              <a:rPr lang="it-IT" sz="1200" b="1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della Spark Session, primi accessi ai dati e al riscaldamento della JVM;</a:t>
            </a:r>
          </a:p>
          <a:p>
            <a:pPr marL="228600" indent="-228600">
              <a:spcAft>
                <a:spcPts val="400"/>
              </a:spcAft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 dello scaling 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 fortemente da:</a:t>
            </a:r>
          </a:p>
          <a:p>
            <a:pPr marL="685800" lvl="1" indent="-228600">
              <a:spcAft>
                <a:spcPts val="400"/>
              </a:spcAft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di </a:t>
            </a:r>
            <a:r>
              <a:rPr lang="it-IT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685800" lvl="1" indent="-228600">
              <a:spcAft>
                <a:spcPts val="1200"/>
              </a:spcAft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Implementazione: </a:t>
            </a:r>
            <a:r>
              <a:rPr lang="it-IT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</a:t>
            </a:r>
            <a:r>
              <a:rPr lang="it-IT" sz="1200" i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it-IT" sz="1200" i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</a:t>
            </a:r>
            <a:r>
              <a:rPr lang="it-IT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400"/>
              </a:spcAft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 esplicita:</a:t>
            </a:r>
          </a:p>
          <a:p>
            <a:pPr marL="685800" lvl="1" indent="-228600">
              <a:spcAft>
                <a:spcPts val="400"/>
              </a:spcAft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dell’accuratezza della misurazione dei tempi; </a:t>
            </a:r>
          </a:p>
          <a:p>
            <a:pPr marL="685800" lvl="1" indent="-228600">
              <a:spcAft>
                <a:spcPts val="400"/>
              </a:spcAft>
              <a:buFontTx/>
              <a:buAutoNum type="arabicPeriod"/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Compromesso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 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misurazione corretta 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tempi delle varie fasi e misurazione dell’</a:t>
            </a:r>
            <a:r>
              <a:rPr lang="it-IT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realistica</a:t>
            </a: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lvl="1">
              <a:spcAft>
                <a:spcPts val="400"/>
              </a:spcAft>
            </a:pPr>
            <a:endParaRPr lang="it-IT" sz="12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400"/>
              </a:spcAft>
              <a:buAutoNum type="arabicPeriod"/>
            </a:pP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endParaRPr lang="it-IT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it-IT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71925399-A5F1-82A3-778B-25C155883063}"/>
              </a:ext>
            </a:extLst>
          </p:cNvPr>
          <p:cNvGrpSpPr/>
          <p:nvPr/>
        </p:nvGrpSpPr>
        <p:grpSpPr>
          <a:xfrm>
            <a:off x="320040" y="3807854"/>
            <a:ext cx="8025363" cy="1191628"/>
            <a:chOff x="320040" y="3807854"/>
            <a:chExt cx="8025363" cy="1191628"/>
          </a:xfrm>
        </p:grpSpPr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3BE2706F-8693-C1C0-65C1-8A39053F5F20}"/>
                </a:ext>
              </a:extLst>
            </p:cNvPr>
            <p:cNvSpPr/>
            <p:nvPr/>
          </p:nvSpPr>
          <p:spPr>
            <a:xfrm>
              <a:off x="320040" y="3807854"/>
              <a:ext cx="80086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it-IT" sz="1200" b="1">
                  <a:solidFill>
                    <a:srgbClr val="007D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Limiti e possibili sviluppi futuri</a:t>
              </a:r>
              <a:endParaRPr lang="en-US" sz="1200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835AE7F1-4B1C-A98E-A86D-6EB7B29F73FF}"/>
                </a:ext>
              </a:extLst>
            </p:cNvPr>
            <p:cNvSpPr/>
            <p:nvPr/>
          </p:nvSpPr>
          <p:spPr>
            <a:xfrm>
              <a:off x="798597" y="4565142"/>
              <a:ext cx="7546806" cy="434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Deployment distribuito su più nodi con servizi Cloud </a:t>
              </a:r>
              <a:r>
                <a:rPr lang="it-IT" sz="1200" b="1">
                  <a:solidFill>
                    <a:srgbClr val="008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it-IT" sz="1200" i="1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shared</a:t>
              </a:r>
              <a:r>
                <a:rPr lang="it-IT" sz="1200" i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it-IT" sz="1200" i="1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nothing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;</a:t>
              </a:r>
            </a:p>
            <a:p>
              <a:pPr marL="171450" indent="-171450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Incremento del numero di </a:t>
              </a:r>
              <a:r>
                <a:rPr lang="it-IT" sz="120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datanode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HDFS per una migliore </a:t>
              </a:r>
              <a:r>
                <a:rPr lang="it-IT" sz="1200" i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fault </a:t>
              </a:r>
              <a:r>
                <a:rPr lang="it-IT" sz="1200" i="1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tolerance</a:t>
              </a: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;</a:t>
              </a:r>
            </a:p>
            <a:p>
              <a:pPr>
                <a:spcAft>
                  <a:spcPts val="400"/>
                </a:spcAft>
              </a:pPr>
              <a:endParaRPr lang="it-IT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28600" indent="-228600">
                <a:spcAft>
                  <a:spcPts val="400"/>
                </a:spcAft>
                <a:buAutoNum type="arabicPeriod"/>
              </a:pPr>
              <a:endParaRPr lang="it-IT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>
                <a:spcAft>
                  <a:spcPts val="400"/>
                </a:spcAft>
              </a:pPr>
              <a:endParaRPr lang="it-IT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>
                <a:spcAft>
                  <a:spcPts val="400"/>
                </a:spcAft>
              </a:pPr>
              <a:r>
                <a:rPr lang="it-IT" sz="12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200"/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518391A-88E3-4C3C-9E0D-50BBC8C5201C}"/>
              </a:ext>
            </a:extLst>
          </p:cNvPr>
          <p:cNvSpPr txBox="1"/>
          <p:nvPr/>
        </p:nvSpPr>
        <p:spPr>
          <a:xfrm>
            <a:off x="8823960" y="4862297"/>
            <a:ext cx="32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>
                <a:solidFill>
                  <a:schemeClr val="bg1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4828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429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017520"/>
            <a:ext cx="9144000" cy="2125980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57200" y="150418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per </a:t>
            </a:r>
            <a:r>
              <a:rPr lang="en-US" sz="4800" b="1" err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l’attenzione</a:t>
            </a:r>
            <a:r>
              <a:rPr lang="en-US" sz="4800" b="1">
                <a:solidFill>
                  <a:srgbClr val="00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800"/>
          </a:p>
        </p:txBody>
      </p:sp>
      <p:sp>
        <p:nvSpPr>
          <p:cNvPr id="6" name="Shape 3"/>
          <p:cNvSpPr/>
          <p:nvPr/>
        </p:nvSpPr>
        <p:spPr>
          <a:xfrm flipV="1">
            <a:off x="457200" y="2377441"/>
            <a:ext cx="5943600" cy="45719"/>
          </a:xfrm>
          <a:prstGeom prst="rect">
            <a:avLst/>
          </a:prstGeom>
          <a:solidFill>
            <a:srgbClr val="007D34"/>
          </a:solidFill>
          <a:ln w="12700">
            <a:solidFill>
              <a:srgbClr val="007D3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SABD A.A. 2025/26  |  Prof. Cardellini &amp; Nardelli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Jin  –  valentina.jin@students.uniroma2.eu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457200" y="3584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 Marzioli  –  elisa.marzioli@students.uniroma2.eu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37C82EF21D344880703304FF1CC1D3" ma:contentTypeVersion="12" ma:contentTypeDescription="Creare un nuovo documento." ma:contentTypeScope="" ma:versionID="6a0001b592c280c83584bbf968b87fd4">
  <xsd:schema xmlns:xsd="http://www.w3.org/2001/XMLSchema" xmlns:xs="http://www.w3.org/2001/XMLSchema" xmlns:p="http://schemas.microsoft.com/office/2006/metadata/properties" xmlns:ns3="ebe631b3-b239-4fab-9a4c-2f085480bbff" xmlns:ns4="91c6d4a2-b3ea-443b-a95d-f1894947b86e" targetNamespace="http://schemas.microsoft.com/office/2006/metadata/properties" ma:root="true" ma:fieldsID="d4d8dd8a8da2892384a9d3203ee667f8" ns3:_="" ns4:_="">
    <xsd:import namespace="ebe631b3-b239-4fab-9a4c-2f085480bbff"/>
    <xsd:import namespace="91c6d4a2-b3ea-443b-a95d-f1894947b86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31b3-b239-4fab-9a4c-2f085480bbf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c6d4a2-b3ea-443b-a95d-f1894947b86e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e631b3-b239-4fab-9a4c-2f085480bbff" xsi:nil="true"/>
  </documentManagement>
</p:properties>
</file>

<file path=customXml/itemProps1.xml><?xml version="1.0" encoding="utf-8"?>
<ds:datastoreItem xmlns:ds="http://schemas.openxmlformats.org/officeDocument/2006/customXml" ds:itemID="{5E7AA164-45D9-45A6-9981-F843342CFC07}">
  <ds:schemaRefs>
    <ds:schemaRef ds:uri="91c6d4a2-b3ea-443b-a95d-f1894947b86e"/>
    <ds:schemaRef ds:uri="ebe631b3-b239-4fab-9a4c-2f085480bb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62D6FFB-C16A-4FB7-8E78-19ED27AC04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3B4493-0F07-4102-8597-38224E92C163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91c6d4a2-b3ea-443b-a95d-f1894947b86e"/>
    <ds:schemaRef ds:uri="ebe631b3-b239-4fab-9a4c-2f085480bb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4222</Words>
  <Application>Microsoft Office PowerPoint</Application>
  <PresentationFormat>Presentazione su schermo (16:9)</PresentationFormat>
  <Paragraphs>717</Paragraphs>
  <Slides>37</Slides>
  <Notes>37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41" baseType="lpstr">
      <vt:lpstr>Arial</vt:lpstr>
      <vt:lpstr>Calibri</vt:lpstr>
      <vt:lpstr>JetBrains Mono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SABD Project 1 – Batch Processing Pipeline</dc:title>
  <dc:subject>PptxGenJS Presentation</dc:subject>
  <dc:creator>Valentina Jin, Elisa Marzioli</dc:creator>
  <cp:lastModifiedBy>Elisa Marzioli</cp:lastModifiedBy>
  <cp:revision>2</cp:revision>
  <dcterms:created xsi:type="dcterms:W3CDTF">2026-06-05T07:00:04Z</dcterms:created>
  <dcterms:modified xsi:type="dcterms:W3CDTF">2026-06-15T08:59:25Z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0x0101001637C82EF21D344880703304FF1CC1D3</vt:lpwstr>
  </property>
</Properties>
</file>